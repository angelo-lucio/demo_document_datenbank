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66" r:id="rId3"/>
    <p:sldId id="306" r:id="rId4"/>
    <p:sldId id="303" r:id="rId5"/>
    <p:sldId id="304" r:id="rId6"/>
    <p:sldId id="307" r:id="rId7"/>
    <p:sldId id="308" r:id="rId8"/>
    <p:sldId id="305" r:id="rId9"/>
    <p:sldId id="302" r:id="rId10"/>
    <p:sldId id="286" r:id="rId11"/>
    <p:sldId id="273" r:id="rId12"/>
    <p:sldId id="310" r:id="rId13"/>
    <p:sldId id="293" r:id="rId14"/>
    <p:sldId id="272" r:id="rId1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76AA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E0FDA-F997-4304-887F-78CDEBD7A864}" v="97" dt="2026-01-20T14:52:17.398"/>
    <p1510:client id="{F0CCA38D-2EA5-A67A-F62E-5FDB79CE1EB7}" v="39" dt="2026-01-20T16:04:05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57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ika Hajdaraj" userId="S::donika.hajdaraj@edu.teko.ch::9d125be5-66fe-4cdd-a32b-807c7c5f0a84" providerId="AD" clId="Web-{F0CCA38D-2EA5-A67A-F62E-5FDB79CE1EB7}"/>
    <pc:docChg chg="addSld delSld modSld">
      <pc:chgData name="Donika Hajdaraj" userId="S::donika.hajdaraj@edu.teko.ch::9d125be5-66fe-4cdd-a32b-807c7c5f0a84" providerId="AD" clId="Web-{F0CCA38D-2EA5-A67A-F62E-5FDB79CE1EB7}" dt="2026-01-20T16:04:05.315" v="38" actId="14100"/>
      <pc:docMkLst>
        <pc:docMk/>
      </pc:docMkLst>
      <pc:sldChg chg="del">
        <pc:chgData name="Donika Hajdaraj" userId="S::donika.hajdaraj@edu.teko.ch::9d125be5-66fe-4cdd-a32b-807c7c5f0a84" providerId="AD" clId="Web-{F0CCA38D-2EA5-A67A-F62E-5FDB79CE1EB7}" dt="2026-01-20T16:00:26.970" v="0"/>
        <pc:sldMkLst>
          <pc:docMk/>
          <pc:sldMk cId="4206639279" sldId="301"/>
        </pc:sldMkLst>
      </pc:sldChg>
      <pc:sldChg chg="addSp delSp modSp new del">
        <pc:chgData name="Donika Hajdaraj" userId="S::donika.hajdaraj@edu.teko.ch::9d125be5-66fe-4cdd-a32b-807c7c5f0a84" providerId="AD" clId="Web-{F0CCA38D-2EA5-A67A-F62E-5FDB79CE1EB7}" dt="2026-01-20T16:01:10.064" v="8"/>
        <pc:sldMkLst>
          <pc:docMk/>
          <pc:sldMk cId="3096558825" sldId="309"/>
        </pc:sldMkLst>
        <pc:spChg chg="add del">
          <ac:chgData name="Donika Hajdaraj" userId="S::donika.hajdaraj@edu.teko.ch::9d125be5-66fe-4cdd-a32b-807c7c5f0a84" providerId="AD" clId="Web-{F0CCA38D-2EA5-A67A-F62E-5FDB79CE1EB7}" dt="2026-01-20T16:01:02.189" v="6"/>
          <ac:spMkLst>
            <pc:docMk/>
            <pc:sldMk cId="3096558825" sldId="309"/>
            <ac:spMk id="2" creationId="{6F4DE0F4-C718-3E57-64F3-D0B0AC6C0911}"/>
          </ac:spMkLst>
        </pc:spChg>
        <pc:spChg chg="mod">
          <ac:chgData name="Donika Hajdaraj" userId="S::donika.hajdaraj@edu.teko.ch::9d125be5-66fe-4cdd-a32b-807c7c5f0a84" providerId="AD" clId="Web-{F0CCA38D-2EA5-A67A-F62E-5FDB79CE1EB7}" dt="2026-01-20T16:01:02.189" v="6"/>
          <ac:spMkLst>
            <pc:docMk/>
            <pc:sldMk cId="3096558825" sldId="309"/>
            <ac:spMk id="3" creationId="{86140B3E-FA48-11B9-8BB0-74F4E6114906}"/>
          </ac:spMkLst>
        </pc:spChg>
        <pc:spChg chg="del">
          <ac:chgData name="Donika Hajdaraj" userId="S::donika.hajdaraj@edu.teko.ch::9d125be5-66fe-4cdd-a32b-807c7c5f0a84" providerId="AD" clId="Web-{F0CCA38D-2EA5-A67A-F62E-5FDB79CE1EB7}" dt="2026-01-20T16:00:48.361" v="2"/>
          <ac:spMkLst>
            <pc:docMk/>
            <pc:sldMk cId="3096558825" sldId="309"/>
            <ac:spMk id="4" creationId="{1ED0E1BA-47F1-2BF5-3148-EC2A7C7ECB99}"/>
          </ac:spMkLst>
        </pc:spChg>
        <pc:spChg chg="del">
          <ac:chgData name="Donika Hajdaraj" userId="S::donika.hajdaraj@edu.teko.ch::9d125be5-66fe-4cdd-a32b-807c7c5f0a84" providerId="AD" clId="Web-{F0CCA38D-2EA5-A67A-F62E-5FDB79CE1EB7}" dt="2026-01-20T16:00:53.720" v="4"/>
          <ac:spMkLst>
            <pc:docMk/>
            <pc:sldMk cId="3096558825" sldId="309"/>
            <ac:spMk id="5" creationId="{AFD62DB7-2858-2DEE-CFFD-EB84B581501C}"/>
          </ac:spMkLst>
        </pc:spChg>
        <pc:spChg chg="add del">
          <ac:chgData name="Donika Hajdaraj" userId="S::donika.hajdaraj@edu.teko.ch::9d125be5-66fe-4cdd-a32b-807c7c5f0a84" providerId="AD" clId="Web-{F0CCA38D-2EA5-A67A-F62E-5FDB79CE1EB7}" dt="2026-01-20T16:01:02.189" v="6"/>
          <ac:spMkLst>
            <pc:docMk/>
            <pc:sldMk cId="3096558825" sldId="309"/>
            <ac:spMk id="6" creationId="{F0B3A9B5-DA61-A463-896A-B52A22C227D3}"/>
          </ac:spMkLst>
        </pc:spChg>
        <pc:spChg chg="add del mod">
          <ac:chgData name="Donika Hajdaraj" userId="S::donika.hajdaraj@edu.teko.ch::9d125be5-66fe-4cdd-a32b-807c7c5f0a84" providerId="AD" clId="Web-{F0CCA38D-2EA5-A67A-F62E-5FDB79CE1EB7}" dt="2026-01-20T16:01:02.189" v="6"/>
          <ac:spMkLst>
            <pc:docMk/>
            <pc:sldMk cId="3096558825" sldId="309"/>
            <ac:spMk id="9" creationId="{5F87E506-333A-8AA3-30D0-956EB99323B1}"/>
          </ac:spMkLst>
        </pc:spChg>
        <pc:spChg chg="add del">
          <ac:chgData name="Donika Hajdaraj" userId="S::donika.hajdaraj@edu.teko.ch::9d125be5-66fe-4cdd-a32b-807c7c5f0a84" providerId="AD" clId="Web-{F0CCA38D-2EA5-A67A-F62E-5FDB79CE1EB7}" dt="2026-01-20T16:01:02.189" v="6"/>
          <ac:spMkLst>
            <pc:docMk/>
            <pc:sldMk cId="3096558825" sldId="309"/>
            <ac:spMk id="15" creationId="{0CA25D96-0C9A-FA2D-EC8E-2FE147E9466E}"/>
          </ac:spMkLst>
        </pc:spChg>
        <pc:spChg chg="add del">
          <ac:chgData name="Donika Hajdaraj" userId="S::donika.hajdaraj@edu.teko.ch::9d125be5-66fe-4cdd-a32b-807c7c5f0a84" providerId="AD" clId="Web-{F0CCA38D-2EA5-A67A-F62E-5FDB79CE1EB7}" dt="2026-01-20T16:01:02.189" v="6"/>
          <ac:spMkLst>
            <pc:docMk/>
            <pc:sldMk cId="3096558825" sldId="309"/>
            <ac:spMk id="17" creationId="{0DC0820E-1050-4B62-A301-8424ED8ACA03}"/>
          </ac:spMkLst>
        </pc:spChg>
        <pc:spChg chg="add del">
          <ac:chgData name="Donika Hajdaraj" userId="S::donika.hajdaraj@edu.teko.ch::9d125be5-66fe-4cdd-a32b-807c7c5f0a84" providerId="AD" clId="Web-{F0CCA38D-2EA5-A67A-F62E-5FDB79CE1EB7}" dt="2026-01-20T16:01:02.189" v="6"/>
          <ac:spMkLst>
            <pc:docMk/>
            <pc:sldMk cId="3096558825" sldId="309"/>
            <ac:spMk id="19" creationId="{ED15B7C5-9F11-F271-D098-283B9C273607}"/>
          </ac:spMkLst>
        </pc:spChg>
        <pc:picChg chg="add del mod ord">
          <ac:chgData name="Donika Hajdaraj" userId="S::donika.hajdaraj@edu.teko.ch::9d125be5-66fe-4cdd-a32b-807c7c5f0a84" providerId="AD" clId="Web-{F0CCA38D-2EA5-A67A-F62E-5FDB79CE1EB7}" dt="2026-01-20T16:00:50.345" v="3"/>
          <ac:picMkLst>
            <pc:docMk/>
            <pc:sldMk cId="3096558825" sldId="309"/>
            <ac:picMk id="7" creationId="{D25E2856-A9D6-823B-29A8-0F4B9C1C9879}"/>
          </ac:picMkLst>
        </pc:picChg>
        <pc:picChg chg="add mod ord">
          <ac:chgData name="Donika Hajdaraj" userId="S::donika.hajdaraj@edu.teko.ch::9d125be5-66fe-4cdd-a32b-807c7c5f0a84" providerId="AD" clId="Web-{F0CCA38D-2EA5-A67A-F62E-5FDB79CE1EB7}" dt="2026-01-20T16:01:02.189" v="6"/>
          <ac:picMkLst>
            <pc:docMk/>
            <pc:sldMk cId="3096558825" sldId="309"/>
            <ac:picMk id="10" creationId="{6560A41B-3AD0-AEBA-6DBB-560138F8FAB4}"/>
          </ac:picMkLst>
        </pc:picChg>
      </pc:sldChg>
      <pc:sldChg chg="addSp delSp modSp add replId">
        <pc:chgData name="Donika Hajdaraj" userId="S::donika.hajdaraj@edu.teko.ch::9d125be5-66fe-4cdd-a32b-807c7c5f0a84" providerId="AD" clId="Web-{F0CCA38D-2EA5-A67A-F62E-5FDB79CE1EB7}" dt="2026-01-20T16:04:05.315" v="38" actId="14100"/>
        <pc:sldMkLst>
          <pc:docMk/>
          <pc:sldMk cId="1277285084" sldId="310"/>
        </pc:sldMkLst>
        <pc:spChg chg="del mod">
          <ac:chgData name="Donika Hajdaraj" userId="S::donika.hajdaraj@edu.teko.ch::9d125be5-66fe-4cdd-a32b-807c7c5f0a84" providerId="AD" clId="Web-{F0CCA38D-2EA5-A67A-F62E-5FDB79CE1EB7}" dt="2026-01-20T16:03:06.299" v="28"/>
          <ac:spMkLst>
            <pc:docMk/>
            <pc:sldMk cId="1277285084" sldId="310"/>
            <ac:spMk id="5" creationId="{849CB4BC-996F-5985-68B7-9194B3F78B68}"/>
          </ac:spMkLst>
        </pc:spChg>
        <pc:spChg chg="mod">
          <ac:chgData name="Donika Hajdaraj" userId="S::donika.hajdaraj@edu.teko.ch::9d125be5-66fe-4cdd-a32b-807c7c5f0a84" providerId="AD" clId="Web-{F0CCA38D-2EA5-A67A-F62E-5FDB79CE1EB7}" dt="2026-01-20T16:03:55.987" v="36" actId="20577"/>
          <ac:spMkLst>
            <pc:docMk/>
            <pc:sldMk cId="1277285084" sldId="310"/>
            <ac:spMk id="6" creationId="{72795CE1-0DBE-C1CD-9428-06258831974F}"/>
          </ac:spMkLst>
        </pc:spChg>
        <pc:spChg chg="mod">
          <ac:chgData name="Donika Hajdaraj" userId="S::donika.hajdaraj@edu.teko.ch::9d125be5-66fe-4cdd-a32b-807c7c5f0a84" providerId="AD" clId="Web-{F0CCA38D-2EA5-A67A-F62E-5FDB79CE1EB7}" dt="2026-01-20T16:04:05.315" v="38" actId="14100"/>
          <ac:spMkLst>
            <pc:docMk/>
            <pc:sldMk cId="1277285084" sldId="310"/>
            <ac:spMk id="7" creationId="{970E7291-DC17-8821-D320-6B1A63B425D3}"/>
          </ac:spMkLst>
        </pc:spChg>
        <pc:picChg chg="add del mod">
          <ac:chgData name="Donika Hajdaraj" userId="S::donika.hajdaraj@edu.teko.ch::9d125be5-66fe-4cdd-a32b-807c7c5f0a84" providerId="AD" clId="Web-{F0CCA38D-2EA5-A67A-F62E-5FDB79CE1EB7}" dt="2026-01-20T16:01:21.986" v="11"/>
          <ac:picMkLst>
            <pc:docMk/>
            <pc:sldMk cId="1277285084" sldId="310"/>
            <ac:picMk id="2" creationId="{4218F952-DD68-91EA-FB95-31B3F6DB7A2D}"/>
          </ac:picMkLst>
        </pc:picChg>
        <pc:picChg chg="add mod modCrop">
          <ac:chgData name="Donika Hajdaraj" userId="S::donika.hajdaraj@edu.teko.ch::9d125be5-66fe-4cdd-a32b-807c7c5f0a84" providerId="AD" clId="Web-{F0CCA38D-2EA5-A67A-F62E-5FDB79CE1EB7}" dt="2026-01-20T16:03:36.721" v="34"/>
          <ac:picMkLst>
            <pc:docMk/>
            <pc:sldMk cId="1277285084" sldId="310"/>
            <ac:picMk id="4" creationId="{D8D30576-706A-8B32-560A-89E5D988FA93}"/>
          </ac:picMkLst>
        </pc:picChg>
        <pc:picChg chg="del">
          <ac:chgData name="Donika Hajdaraj" userId="S::donika.hajdaraj@edu.teko.ch::9d125be5-66fe-4cdd-a32b-807c7c5f0a84" providerId="AD" clId="Web-{F0CCA38D-2EA5-A67A-F62E-5FDB79CE1EB7}" dt="2026-01-20T16:01:18.392" v="9"/>
          <ac:picMkLst>
            <pc:docMk/>
            <pc:sldMk cId="1277285084" sldId="310"/>
            <ac:picMk id="8" creationId="{64D8EBA7-AA24-A6D6-8916-2C105494FEA7}"/>
          </ac:picMkLst>
        </pc:picChg>
      </pc:sldChg>
    </pc:docChg>
  </pc:docChgLst>
  <pc:docChgLst>
    <pc:chgData name="Angelo Luciano" userId="6bba4d89-6e61-4c77-951f-ef0304763f3c" providerId="ADAL" clId="{22B47C8C-A656-4752-8B85-21EBAD6FC537}"/>
    <pc:docChg chg="undo redo custSel addSld delSld modSld sldOrd">
      <pc:chgData name="Angelo Luciano" userId="6bba4d89-6e61-4c77-951f-ef0304763f3c" providerId="ADAL" clId="{22B47C8C-A656-4752-8B85-21EBAD6FC537}" dt="2026-01-20T19:40:11.850" v="1039" actId="20577"/>
      <pc:docMkLst>
        <pc:docMk/>
      </pc:docMkLst>
      <pc:sldChg chg="delSp modSp mod modNotesTx">
        <pc:chgData name="Angelo Luciano" userId="6bba4d89-6e61-4c77-951f-ef0304763f3c" providerId="ADAL" clId="{22B47C8C-A656-4752-8B85-21EBAD6FC537}" dt="2026-01-20T14:51:52.744" v="1036" actId="478"/>
        <pc:sldMkLst>
          <pc:docMk/>
          <pc:sldMk cId="3462884272" sldId="272"/>
        </pc:sldMkLst>
        <pc:spChg chg="del mod">
          <ac:chgData name="Angelo Luciano" userId="6bba4d89-6e61-4c77-951f-ef0304763f3c" providerId="ADAL" clId="{22B47C8C-A656-4752-8B85-21EBAD6FC537}" dt="2026-01-20T14:51:52.744" v="1036" actId="478"/>
          <ac:spMkLst>
            <pc:docMk/>
            <pc:sldMk cId="3462884272" sldId="272"/>
            <ac:spMk id="2" creationId="{D1345431-0B1B-4AD5-E601-FC1B3ED3DB89}"/>
          </ac:spMkLst>
        </pc:spChg>
      </pc:sldChg>
      <pc:sldChg chg="delSp modSp mod">
        <pc:chgData name="Angelo Luciano" userId="6bba4d89-6e61-4c77-951f-ef0304763f3c" providerId="ADAL" clId="{22B47C8C-A656-4752-8B85-21EBAD6FC537}" dt="2026-01-20T19:40:11.850" v="1039" actId="20577"/>
        <pc:sldMkLst>
          <pc:docMk/>
          <pc:sldMk cId="3242389936" sldId="273"/>
        </pc:sldMkLst>
        <pc:spChg chg="del">
          <ac:chgData name="Angelo Luciano" userId="6bba4d89-6e61-4c77-951f-ef0304763f3c" providerId="ADAL" clId="{22B47C8C-A656-4752-8B85-21EBAD6FC537}" dt="2026-01-20T14:52:17.398" v="1038" actId="478"/>
          <ac:spMkLst>
            <pc:docMk/>
            <pc:sldMk cId="3242389936" sldId="273"/>
            <ac:spMk id="2" creationId="{8AEBC856-3C4C-87E4-82C7-AD6B02BC6B62}"/>
          </ac:spMkLst>
        </pc:spChg>
        <pc:spChg chg="del">
          <ac:chgData name="Angelo Luciano" userId="6bba4d89-6e61-4c77-951f-ef0304763f3c" providerId="ADAL" clId="{22B47C8C-A656-4752-8B85-21EBAD6FC537}" dt="2026-01-20T14:52:16.465" v="1037" actId="478"/>
          <ac:spMkLst>
            <pc:docMk/>
            <pc:sldMk cId="3242389936" sldId="273"/>
            <ac:spMk id="4" creationId="{59406DC8-C4EF-9F5C-ECF9-C01809B0C4AD}"/>
          </ac:spMkLst>
        </pc:spChg>
        <pc:spChg chg="mod">
          <ac:chgData name="Angelo Luciano" userId="6bba4d89-6e61-4c77-951f-ef0304763f3c" providerId="ADAL" clId="{22B47C8C-A656-4752-8B85-21EBAD6FC537}" dt="2026-01-18T15:13:01.262" v="942" actId="20577"/>
          <ac:spMkLst>
            <pc:docMk/>
            <pc:sldMk cId="3242389936" sldId="273"/>
            <ac:spMk id="6" creationId="{33DA7B46-E592-40C7-91D7-A26B47A30C67}"/>
          </ac:spMkLst>
        </pc:spChg>
        <pc:spChg chg="mod">
          <ac:chgData name="Angelo Luciano" userId="6bba4d89-6e61-4c77-951f-ef0304763f3c" providerId="ADAL" clId="{22B47C8C-A656-4752-8B85-21EBAD6FC537}" dt="2026-01-20T19:40:11.850" v="1039" actId="20577"/>
          <ac:spMkLst>
            <pc:docMk/>
            <pc:sldMk cId="3242389936" sldId="273"/>
            <ac:spMk id="7" creationId="{A7F42263-DE86-44BB-AC19-CD7982D365B2}"/>
          </ac:spMkLst>
        </pc:spChg>
      </pc:sldChg>
      <pc:sldChg chg="addSp delSp modSp mod modClrScheme chgLayout">
        <pc:chgData name="Angelo Luciano" userId="6bba4d89-6e61-4c77-951f-ef0304763f3c" providerId="ADAL" clId="{22B47C8C-A656-4752-8B85-21EBAD6FC537}" dt="2026-01-18T16:19:20.976" v="1016" actId="1076"/>
        <pc:sldMkLst>
          <pc:docMk/>
          <pc:sldMk cId="1163063007" sldId="293"/>
        </pc:sldMkLst>
        <pc:spChg chg="mod ord">
          <ac:chgData name="Angelo Luciano" userId="6bba4d89-6e61-4c77-951f-ef0304763f3c" providerId="ADAL" clId="{22B47C8C-A656-4752-8B85-21EBAD6FC537}" dt="2026-01-18T15:55:02.849" v="960" actId="26606"/>
          <ac:spMkLst>
            <pc:docMk/>
            <pc:sldMk cId="1163063007" sldId="293"/>
            <ac:spMk id="2" creationId="{7EAB17F8-59B5-4C93-9884-D30446299CA5}"/>
          </ac:spMkLst>
        </pc:spChg>
        <pc:spChg chg="mod ord">
          <ac:chgData name="Angelo Luciano" userId="6bba4d89-6e61-4c77-951f-ef0304763f3c" providerId="ADAL" clId="{22B47C8C-A656-4752-8B85-21EBAD6FC537}" dt="2026-01-18T15:55:02.849" v="960" actId="26606"/>
          <ac:spMkLst>
            <pc:docMk/>
            <pc:sldMk cId="1163063007" sldId="293"/>
            <ac:spMk id="6" creationId="{E1768246-2496-4F97-8FCA-02252116FF87}"/>
          </ac:spMkLst>
        </pc:spChg>
        <pc:picChg chg="add mod ord">
          <ac:chgData name="Angelo Luciano" userId="6bba4d89-6e61-4c77-951f-ef0304763f3c" providerId="ADAL" clId="{22B47C8C-A656-4752-8B85-21EBAD6FC537}" dt="2026-01-18T16:13:05.945" v="1008"/>
          <ac:picMkLst>
            <pc:docMk/>
            <pc:sldMk cId="1163063007" sldId="293"/>
            <ac:picMk id="7" creationId="{20E57F6C-54A7-6F10-0442-600AF121C183}"/>
          </ac:picMkLst>
        </pc:picChg>
        <pc:picChg chg="add mod">
          <ac:chgData name="Angelo Luciano" userId="6bba4d89-6e61-4c77-951f-ef0304763f3c" providerId="ADAL" clId="{22B47C8C-A656-4752-8B85-21EBAD6FC537}" dt="2026-01-18T16:18:01.516" v="1010" actId="1076"/>
          <ac:picMkLst>
            <pc:docMk/>
            <pc:sldMk cId="1163063007" sldId="293"/>
            <ac:picMk id="15" creationId="{61CA9393-A5E7-F024-E73C-59F663701E55}"/>
          </ac:picMkLst>
        </pc:picChg>
        <pc:picChg chg="add mod">
          <ac:chgData name="Angelo Luciano" userId="6bba4d89-6e61-4c77-951f-ef0304763f3c" providerId="ADAL" clId="{22B47C8C-A656-4752-8B85-21EBAD6FC537}" dt="2026-01-18T16:19:15.226" v="1015" actId="1076"/>
          <ac:picMkLst>
            <pc:docMk/>
            <pc:sldMk cId="1163063007" sldId="293"/>
            <ac:picMk id="16" creationId="{2B520FDF-8075-9C1A-5A62-D2D24A98CFC8}"/>
          </ac:picMkLst>
        </pc:picChg>
        <pc:picChg chg="add mod">
          <ac:chgData name="Angelo Luciano" userId="6bba4d89-6e61-4c77-951f-ef0304763f3c" providerId="ADAL" clId="{22B47C8C-A656-4752-8B85-21EBAD6FC537}" dt="2026-01-18T16:19:20.976" v="1016" actId="1076"/>
          <ac:picMkLst>
            <pc:docMk/>
            <pc:sldMk cId="1163063007" sldId="293"/>
            <ac:picMk id="17" creationId="{6D0CF64A-BF0D-C531-C510-065023BE19D5}"/>
          </ac:picMkLst>
        </pc:picChg>
      </pc:sldChg>
      <pc:sldChg chg="addSp delSp modSp mod modClrScheme chgLayout">
        <pc:chgData name="Angelo Luciano" userId="6bba4d89-6e61-4c77-951f-ef0304763f3c" providerId="ADAL" clId="{22B47C8C-A656-4752-8B85-21EBAD6FC537}" dt="2026-01-20T14:51:31.590" v="1033" actId="20577"/>
        <pc:sldMkLst>
          <pc:docMk/>
          <pc:sldMk cId="1072864828" sldId="302"/>
        </pc:sldMkLst>
        <pc:spChg chg="mod ord">
          <ac:chgData name="Angelo Luciano" userId="6bba4d89-6e61-4c77-951f-ef0304763f3c" providerId="ADAL" clId="{22B47C8C-A656-4752-8B85-21EBAD6FC537}" dt="2026-01-18T13:48:28.506" v="226" actId="700"/>
          <ac:spMkLst>
            <pc:docMk/>
            <pc:sldMk cId="1072864828" sldId="302"/>
            <ac:spMk id="4" creationId="{1ED138EE-9DA3-DACE-40D8-22470604250D}"/>
          </ac:spMkLst>
        </pc:spChg>
        <pc:spChg chg="add mod ord">
          <ac:chgData name="Angelo Luciano" userId="6bba4d89-6e61-4c77-951f-ef0304763f3c" providerId="ADAL" clId="{22B47C8C-A656-4752-8B85-21EBAD6FC537}" dt="2026-01-18T14:52:07.188" v="802" actId="20577"/>
          <ac:spMkLst>
            <pc:docMk/>
            <pc:sldMk cId="1072864828" sldId="302"/>
            <ac:spMk id="18" creationId="{DDEFEE32-07A2-6579-1E11-413F1D04F6DC}"/>
          </ac:spMkLst>
        </pc:spChg>
        <pc:spChg chg="add mod ord">
          <ac:chgData name="Angelo Luciano" userId="6bba4d89-6e61-4c77-951f-ef0304763f3c" providerId="ADAL" clId="{22B47C8C-A656-4752-8B85-21EBAD6FC537}" dt="2026-01-20T14:51:31.590" v="1033" actId="20577"/>
          <ac:spMkLst>
            <pc:docMk/>
            <pc:sldMk cId="1072864828" sldId="302"/>
            <ac:spMk id="19" creationId="{DC21EEB9-E0BC-ED6D-1B83-A9E6FFB2C85C}"/>
          </ac:spMkLst>
        </pc:spChg>
        <pc:spChg chg="add mod ord">
          <ac:chgData name="Angelo Luciano" userId="6bba4d89-6e61-4c77-951f-ef0304763f3c" providerId="ADAL" clId="{22B47C8C-A656-4752-8B85-21EBAD6FC537}" dt="2026-01-18T15:12:35.106" v="940"/>
          <ac:spMkLst>
            <pc:docMk/>
            <pc:sldMk cId="1072864828" sldId="302"/>
            <ac:spMk id="20" creationId="{A1CEF4C7-A266-A29C-C8E6-E37B4F9A0E26}"/>
          </ac:spMkLst>
        </pc:spChg>
        <pc:spChg chg="add mod ord">
          <ac:chgData name="Angelo Luciano" userId="6bba4d89-6e61-4c77-951f-ef0304763f3c" providerId="ADAL" clId="{22B47C8C-A656-4752-8B85-21EBAD6FC537}" dt="2026-01-18T13:48:36.071" v="234" actId="20577"/>
          <ac:spMkLst>
            <pc:docMk/>
            <pc:sldMk cId="1072864828" sldId="302"/>
            <ac:spMk id="21" creationId="{85DC7148-5F69-D7A3-D95B-301581805602}"/>
          </ac:spMkLst>
        </pc:spChg>
        <pc:spChg chg="add mod ord">
          <ac:chgData name="Angelo Luciano" userId="6bba4d89-6e61-4c77-951f-ef0304763f3c" providerId="ADAL" clId="{22B47C8C-A656-4752-8B85-21EBAD6FC537}" dt="2026-01-18T13:48:49.088" v="271" actId="20577"/>
          <ac:spMkLst>
            <pc:docMk/>
            <pc:sldMk cId="1072864828" sldId="302"/>
            <ac:spMk id="22" creationId="{638D40CF-7BED-EC03-3195-629A9A6EC3EF}"/>
          </ac:spMkLst>
        </pc:spChg>
      </pc:sldChg>
      <pc:sldChg chg="addSp delSp modSp add mod ord modClrScheme chgLayout">
        <pc:chgData name="Angelo Luciano" userId="6bba4d89-6e61-4c77-951f-ef0304763f3c" providerId="ADAL" clId="{22B47C8C-A656-4752-8B85-21EBAD6FC537}" dt="2026-01-18T12:47:31.259" v="186"/>
        <pc:sldMkLst>
          <pc:docMk/>
          <pc:sldMk cId="741238884" sldId="303"/>
        </pc:sldMkLst>
        <pc:spChg chg="mod ord modVis">
          <ac:chgData name="Angelo Luciano" userId="6bba4d89-6e61-4c77-951f-ef0304763f3c" providerId="ADAL" clId="{22B47C8C-A656-4752-8B85-21EBAD6FC537}" dt="2026-01-18T09:01:18.569" v="30" actId="26606"/>
          <ac:spMkLst>
            <pc:docMk/>
            <pc:sldMk cId="741238884" sldId="303"/>
            <ac:spMk id="3" creationId="{84437908-628D-A648-63D8-56EF4DCAAB70}"/>
          </ac:spMkLst>
        </pc:spChg>
        <pc:spChg chg="mod ord">
          <ac:chgData name="Angelo Luciano" userId="6bba4d89-6e61-4c77-951f-ef0304763f3c" providerId="ADAL" clId="{22B47C8C-A656-4752-8B85-21EBAD6FC537}" dt="2026-01-18T09:01:18.569" v="30" actId="26606"/>
          <ac:spMkLst>
            <pc:docMk/>
            <pc:sldMk cId="741238884" sldId="303"/>
            <ac:spMk id="12" creationId="{8ED3D454-A3F8-6AFD-67D8-8699A46A554B}"/>
          </ac:spMkLst>
        </pc:spChg>
        <pc:picChg chg="add mod">
          <ac:chgData name="Angelo Luciano" userId="6bba4d89-6e61-4c77-951f-ef0304763f3c" providerId="ADAL" clId="{22B47C8C-A656-4752-8B85-21EBAD6FC537}" dt="2026-01-18T12:40:49.621" v="146" actId="1076"/>
          <ac:picMkLst>
            <pc:docMk/>
            <pc:sldMk cId="741238884" sldId="303"/>
            <ac:picMk id="1026" creationId="{98B85073-C89C-0858-2DBC-1EEFBE815BA0}"/>
          </ac:picMkLst>
        </pc:picChg>
      </pc:sldChg>
      <pc:sldChg chg="addSp delSp modSp add mod">
        <pc:chgData name="Angelo Luciano" userId="6bba4d89-6e61-4c77-951f-ef0304763f3c" providerId="ADAL" clId="{22B47C8C-A656-4752-8B85-21EBAD6FC537}" dt="2026-01-18T13:40:21.570" v="216" actId="1076"/>
        <pc:sldMkLst>
          <pc:docMk/>
          <pc:sldMk cId="2534239806" sldId="304"/>
        </pc:sldMkLst>
        <pc:graphicFrameChg chg="add mod modGraphic">
          <ac:chgData name="Angelo Luciano" userId="6bba4d89-6e61-4c77-951f-ef0304763f3c" providerId="ADAL" clId="{22B47C8C-A656-4752-8B85-21EBAD6FC537}" dt="2026-01-18T12:47:07.484" v="182" actId="688"/>
          <ac:graphicFrameMkLst>
            <pc:docMk/>
            <pc:sldMk cId="2534239806" sldId="304"/>
            <ac:graphicFrameMk id="13" creationId="{D8148B8E-0944-0FD2-69B1-B7967BA85D8B}"/>
          </ac:graphicFrameMkLst>
        </pc:graphicFrameChg>
        <pc:graphicFrameChg chg="add mod modGraphic">
          <ac:chgData name="Angelo Luciano" userId="6bba4d89-6e61-4c77-951f-ef0304763f3c" providerId="ADAL" clId="{22B47C8C-A656-4752-8B85-21EBAD6FC537}" dt="2026-01-18T13:40:21.570" v="216" actId="1076"/>
          <ac:graphicFrameMkLst>
            <pc:docMk/>
            <pc:sldMk cId="2534239806" sldId="304"/>
            <ac:graphicFrameMk id="33" creationId="{046DE32D-6844-3D2F-AB05-7F357C02DB9A}"/>
          </ac:graphicFrameMkLst>
        </pc:graphicFrameChg>
        <pc:picChg chg="mod modCrop">
          <ac:chgData name="Angelo Luciano" userId="6bba4d89-6e61-4c77-951f-ef0304763f3c" providerId="ADAL" clId="{22B47C8C-A656-4752-8B85-21EBAD6FC537}" dt="2026-01-18T12:44:16.655" v="158" actId="18131"/>
          <ac:picMkLst>
            <pc:docMk/>
            <pc:sldMk cId="2534239806" sldId="304"/>
            <ac:picMk id="2" creationId="{6C889BE3-C9BD-BA8F-3118-EBF8E487BF81}"/>
          </ac:picMkLst>
        </pc:picChg>
        <pc:picChg chg="add mod modCrop">
          <ac:chgData name="Angelo Luciano" userId="6bba4d89-6e61-4c77-951f-ef0304763f3c" providerId="ADAL" clId="{22B47C8C-A656-4752-8B85-21EBAD6FC537}" dt="2026-01-18T12:45:08.666" v="171" actId="1076"/>
          <ac:picMkLst>
            <pc:docMk/>
            <pc:sldMk cId="2534239806" sldId="304"/>
            <ac:picMk id="8" creationId="{5DE9E924-8069-4724-3752-1282CEE6EB4C}"/>
          </ac:picMkLst>
        </pc:picChg>
        <pc:picChg chg="add mod">
          <ac:chgData name="Angelo Luciano" userId="6bba4d89-6e61-4c77-951f-ef0304763f3c" providerId="ADAL" clId="{22B47C8C-A656-4752-8B85-21EBAD6FC537}" dt="2026-01-18T12:44:39.863" v="163" actId="108"/>
          <ac:picMkLst>
            <pc:docMk/>
            <pc:sldMk cId="2534239806" sldId="304"/>
            <ac:picMk id="29" creationId="{29F73E9A-7BE5-1CA5-27E6-94D2B770819A}"/>
          </ac:picMkLst>
        </pc:picChg>
        <pc:picChg chg="add mod">
          <ac:chgData name="Angelo Luciano" userId="6bba4d89-6e61-4c77-951f-ef0304763f3c" providerId="ADAL" clId="{22B47C8C-A656-4752-8B85-21EBAD6FC537}" dt="2026-01-18T12:44:38.031" v="162" actId="1076"/>
          <ac:picMkLst>
            <pc:docMk/>
            <pc:sldMk cId="2534239806" sldId="304"/>
            <ac:picMk id="31" creationId="{DEABD0E3-41CF-B2A1-61DA-9578C555A720}"/>
          </ac:picMkLst>
        </pc:picChg>
      </pc:sldChg>
      <pc:sldChg chg="addSp delSp modSp add mod modClrScheme chgLayout">
        <pc:chgData name="Angelo Luciano" userId="6bba4d89-6e61-4c77-951f-ef0304763f3c" providerId="ADAL" clId="{22B47C8C-A656-4752-8B85-21EBAD6FC537}" dt="2026-01-18T12:32:28.350" v="113" actId="20577"/>
        <pc:sldMkLst>
          <pc:docMk/>
          <pc:sldMk cId="3617527260" sldId="305"/>
        </pc:sldMkLst>
        <pc:spChg chg="mod ord">
          <ac:chgData name="Angelo Luciano" userId="6bba4d89-6e61-4c77-951f-ef0304763f3c" providerId="ADAL" clId="{22B47C8C-A656-4752-8B85-21EBAD6FC537}" dt="2026-01-18T12:31:24.846" v="80" actId="700"/>
          <ac:spMkLst>
            <pc:docMk/>
            <pc:sldMk cId="3617527260" sldId="305"/>
            <ac:spMk id="3" creationId="{5E5C2045-B4A3-05CF-D00B-3D8CEDE4AF2A}"/>
          </ac:spMkLst>
        </pc:spChg>
        <pc:spChg chg="mod ord">
          <ac:chgData name="Angelo Luciano" userId="6bba4d89-6e61-4c77-951f-ef0304763f3c" providerId="ADAL" clId="{22B47C8C-A656-4752-8B85-21EBAD6FC537}" dt="2026-01-18T12:32:28.350" v="113" actId="20577"/>
          <ac:spMkLst>
            <pc:docMk/>
            <pc:sldMk cId="3617527260" sldId="305"/>
            <ac:spMk id="12" creationId="{92E94C29-7C22-D566-9853-BECB560B6592}"/>
          </ac:spMkLst>
        </pc:spChg>
        <pc:picChg chg="mod ord">
          <ac:chgData name="Angelo Luciano" userId="6bba4d89-6e61-4c77-951f-ef0304763f3c" providerId="ADAL" clId="{22B47C8C-A656-4752-8B85-21EBAD6FC537}" dt="2026-01-18T12:31:43.482" v="83" actId="1076"/>
          <ac:picMkLst>
            <pc:docMk/>
            <pc:sldMk cId="3617527260" sldId="305"/>
            <ac:picMk id="5" creationId="{191944E3-5CA2-5A74-8D22-711B6DA8FC73}"/>
          </ac:picMkLst>
        </pc:picChg>
        <pc:picChg chg="add mod">
          <ac:chgData name="Angelo Luciano" userId="6bba4d89-6e61-4c77-951f-ef0304763f3c" providerId="ADAL" clId="{22B47C8C-A656-4752-8B85-21EBAD6FC537}" dt="2026-01-18T12:32:04.110" v="86" actId="1076"/>
          <ac:picMkLst>
            <pc:docMk/>
            <pc:sldMk cId="3617527260" sldId="305"/>
            <ac:picMk id="14" creationId="{755DDB2D-200B-DCBD-9030-3A32A9C5A701}"/>
          </ac:picMkLst>
        </pc:picChg>
      </pc:sldChg>
      <pc:sldChg chg="addSp delSp modSp add mod ord">
        <pc:chgData name="Angelo Luciano" userId="6bba4d89-6e61-4c77-951f-ef0304763f3c" providerId="ADAL" clId="{22B47C8C-A656-4752-8B85-21EBAD6FC537}" dt="2026-01-18T13:41:11.535" v="220" actId="478"/>
        <pc:sldMkLst>
          <pc:docMk/>
          <pc:sldMk cId="664411045" sldId="306"/>
        </pc:sldMkLst>
        <pc:graphicFrameChg chg="add mod modGraphic">
          <ac:chgData name="Angelo Luciano" userId="6bba4d89-6e61-4c77-951f-ef0304763f3c" providerId="ADAL" clId="{22B47C8C-A656-4752-8B85-21EBAD6FC537}" dt="2026-01-18T12:48:26.093" v="203" actId="1076"/>
          <ac:graphicFrameMkLst>
            <pc:docMk/>
            <pc:sldMk cId="664411045" sldId="306"/>
            <ac:graphicFrameMk id="5" creationId="{011FCB61-186E-A5D3-6F19-5E3A359D90C3}"/>
          </ac:graphicFrameMkLst>
        </pc:graphicFrameChg>
        <pc:picChg chg="mod">
          <ac:chgData name="Angelo Luciano" userId="6bba4d89-6e61-4c77-951f-ef0304763f3c" providerId="ADAL" clId="{22B47C8C-A656-4752-8B85-21EBAD6FC537}" dt="2026-01-18T13:41:03.136" v="218" actId="14100"/>
          <ac:picMkLst>
            <pc:docMk/>
            <pc:sldMk cId="664411045" sldId="306"/>
            <ac:picMk id="29" creationId="{09A0815D-1DEE-DD02-F3C6-B9714F11B711}"/>
          </ac:picMkLst>
        </pc:picChg>
      </pc:sldChg>
      <pc:sldChg chg="addSp delSp modSp add mod ord">
        <pc:chgData name="Angelo Luciano" userId="6bba4d89-6e61-4c77-951f-ef0304763f3c" providerId="ADAL" clId="{22B47C8C-A656-4752-8B85-21EBAD6FC537}" dt="2026-01-18T13:39:41.709" v="211" actId="1076"/>
        <pc:sldMkLst>
          <pc:docMk/>
          <pc:sldMk cId="2722497978" sldId="307"/>
        </pc:sldMkLst>
        <pc:picChg chg="add mod">
          <ac:chgData name="Angelo Luciano" userId="6bba4d89-6e61-4c77-951f-ef0304763f3c" providerId="ADAL" clId="{22B47C8C-A656-4752-8B85-21EBAD6FC537}" dt="2026-01-18T13:39:41.709" v="211" actId="1076"/>
          <ac:picMkLst>
            <pc:docMk/>
            <pc:sldMk cId="2722497978" sldId="307"/>
            <ac:picMk id="4" creationId="{41D7271D-E068-86D8-A482-6510C3E14030}"/>
          </ac:picMkLst>
        </pc:picChg>
      </pc:sldChg>
      <pc:sldChg chg="add ord">
        <pc:chgData name="Angelo Luciano" userId="6bba4d89-6e61-4c77-951f-ef0304763f3c" providerId="ADAL" clId="{22B47C8C-A656-4752-8B85-21EBAD6FC537}" dt="2026-01-18T13:41:51.095" v="223"/>
        <pc:sldMkLst>
          <pc:docMk/>
          <pc:sldMk cId="309899253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9F922E-7945-432A-9D31-3F9D57CB5C5C}" type="datetime1">
              <a:rPr lang="fr-FR" smtClean="0"/>
              <a:t>20/01/2026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D2DFAA7-D3C3-4D01-9299-453E25D16D4E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DA65FAC-8D00-4B8B-BF17-28514BAF2ABF}" type="datetime1">
              <a:rPr lang="fr-FR" noProof="0" smtClean="0"/>
              <a:t>20/01/2026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C51814-3B91-4036-94D2-3977634EE214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11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865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6C53-1973-86AE-D0DD-327B6C88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8728CA-FE1E-559F-931E-55F96BAAE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1280CD-C125-1FB0-C43E-E41C83F61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22A78-AB53-6A55-5005-69AF0C35E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7761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35A6A-2F4B-4351-C033-BFA0EA82C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966E21-44C0-3DA1-EF11-F7FC0A970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62FA611-6312-191D-9172-84B3419B8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BC5F15-F961-B05C-FBB5-95C97CB58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146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6D04-3E1A-B8B5-24B0-5B0913B0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920DC7C-F280-88D9-B64F-FF29AC65F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7A02982-7B7F-071F-2083-7AE8CFB85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791D42-3614-7B09-AB5F-417A9A6821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3771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7C59-4329-6E0B-7E7D-EBC53073B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5FE7129-7247-E712-B117-2669FBCDD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49AE767-7908-9376-870D-F22C0BE26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7E0079-D46B-E8C0-D8AD-3C22F91ED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422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50B0A-AD3A-1962-A635-E82ABB0E8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C48DD72-52AF-01EA-9300-4B6179AF5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A78D8FA-4285-E82F-3F14-ADE2653EE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281730-9002-235B-25FA-A30BE35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6286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DEA0-30E8-7278-381F-A9447CA02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929E21-E6BC-2972-763D-11DB3B61A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357946A-CF25-3AD6-3523-41CEF213E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5455E1-1EC8-F898-6944-5BCA82FA4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0552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Atomarität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Eine Transaktion ist eine unteilbare Einheit, die vollständig ausgeführt wird („alles oder nichts“), um Datenbeschädigung zu verhindern.</a:t>
            </a:r>
          </a:p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Konsistenz: Transaktionen versetzen die Datenbank unter Einhaltung aller Regeln und Einschränkungen von einem gültigen Zustand in einen anderen.</a:t>
            </a:r>
          </a:p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Isolation: Gleichzeitig ausgeführte Transaktionen beeinträchtigen sich nicht gegenseitig, als würden sie nacheinander ausgeführt.</a:t>
            </a:r>
          </a:p>
          <a:p>
            <a:pPr rtl="0"/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Dauerhaftigkeit: Änderungen nach einer abgeschlossenen Transaktion sind dauerhaft und bleiben auch bei Systemausfällen erhalten.</a:t>
            </a:r>
          </a:p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noProof="0" smtClean="0"/>
              <a:t>9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11331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626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064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5B3A-607B-ADB3-BEF2-BC512E7C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40DA4F0-DE05-5EE6-816A-7E22D38E9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0590A3B-246A-3376-03E6-F2376852A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2A267C-1EA0-D601-9020-A17AD5152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3021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6884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DC51814-3B91-4036-94D2-3977634EE21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213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rtlCol="0"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rtlCol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rtlCol="0"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4079083"/>
            <a:ext cx="4416424" cy="976311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du sous-titre du masque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rtlCol="0"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Sous-titre 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510507" y="5130801"/>
            <a:ext cx="9242424" cy="533400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Modifier le style du sous-titre du masque</a:t>
            </a:r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ln>
                <a:noFill/>
              </a:ln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 rtlCol="0">
            <a:normAutofit/>
          </a:bodyPr>
          <a:lstStyle>
            <a:lvl1pPr algn="ctr">
              <a:defRPr sz="44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6100" y="1638299"/>
            <a:ext cx="5346700" cy="4381501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2603500"/>
            <a:ext cx="5495926" cy="3573463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5" name="Espace réservé d’image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fr-FR" noProof="0"/>
              <a:t>Ajoutez une image ici</a:t>
            </a:r>
          </a:p>
        </p:txBody>
      </p:sp>
      <p:sp>
        <p:nvSpPr>
          <p:cNvPr id="7" name="Espace réservé d’image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 rtl="0">
              <a:buNone/>
            </a:pPr>
            <a:r>
              <a:rPr lang="fr-FR" noProof="0"/>
              <a:t>Ajoutez une image ici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rtlCol="0" anchor="b">
            <a:noAutofit/>
          </a:bodyPr>
          <a:lstStyle>
            <a:lvl1pPr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3619500"/>
            <a:ext cx="3997325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4" name="Espace réservé d’image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 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rtlCol="0" anchor="ctr">
            <a:noAutofit/>
          </a:bodyPr>
          <a:lstStyle>
            <a:lvl1pPr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76250"/>
            <a:ext cx="5795963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rtlCol="0" anchor="ctr">
            <a:no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489370" y="1783832"/>
            <a:ext cx="4402592" cy="3290338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968071"/>
            <a:ext cx="10515600" cy="805542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9" name="Rectangle 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rtlCol="0"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6" name="Espace réservé au numéro de diapositive 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Espace réservé d’image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rtlCol="0"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rtlCol="0"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Espace réservé d’image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rtlCol="0"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1026" y="1724025"/>
            <a:ext cx="314325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451282" y="1712119"/>
            <a:ext cx="3142800" cy="41910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3054" y="1357414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406" y="3848474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83054" y="3808206"/>
            <a:ext cx="5255193" cy="240486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2406" y="3808236"/>
            <a:ext cx="5256000" cy="24048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5" name="Espace réservé d’image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Espace réservé d’image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5" name="Rectangle 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rtlCol="0" anchor="ctr">
            <a:noAutofit/>
          </a:bodyPr>
          <a:lstStyle>
            <a:lvl1pPr algn="ctr">
              <a:defRPr sz="36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28091" y="2424864"/>
            <a:ext cx="4132800" cy="2833200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22820" y="2424864"/>
            <a:ext cx="4131850" cy="2832101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Espace réservé d’image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’image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04445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004445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786099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8786099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3636" y="1330963"/>
            <a:ext cx="2986019" cy="1076636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3636" y="2623930"/>
            <a:ext cx="2986019" cy="344888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830620" y="1333189"/>
            <a:ext cx="2984400" cy="1074410"/>
          </a:xfrm>
        </p:spPr>
        <p:txBody>
          <a:bodyPr rtlCol="0"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830620" y="2623930"/>
            <a:ext cx="2984400" cy="3448881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8" name="Espace réservé d’image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1798" y="2910543"/>
            <a:ext cx="5058000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61798" y="3523420"/>
            <a:ext cx="5058000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95142" y="2910543"/>
            <a:ext cx="5058397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95142" y="3523420"/>
            <a:ext cx="5058397" cy="2181641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61797" y="3634443"/>
            <a:ext cx="5630165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61797" y="4247320"/>
            <a:ext cx="5630165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1476" y="3634443"/>
            <a:ext cx="5582064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71476" y="4247320"/>
            <a:ext cx="5582064" cy="1953455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1" name="Espace réservé d’image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6" name="Espace réservé d’image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 rtlCol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610169" y="3956706"/>
            <a:ext cx="5109021" cy="518457"/>
          </a:xfrm>
        </p:spPr>
        <p:txBody>
          <a:bodyPr rtlCol="0"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610169" y="4569583"/>
            <a:ext cx="5109021" cy="1412117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9836" y="1462743"/>
            <a:ext cx="5108400" cy="518457"/>
          </a:xfrm>
        </p:spPr>
        <p:txBody>
          <a:bodyPr rtlCol="0"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39836" y="2075621"/>
            <a:ext cx="5108400" cy="1391480"/>
          </a:xfrm>
        </p:spPr>
        <p:txBody>
          <a:bodyPr rtlCol="0"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7" name="Espace réservé d’image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8" name="Espace réservé d’image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3" name="Rectangle 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 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’image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5" name="Espace réservé d’image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29813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6" name="Espace réservé d’image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44524" y="1739900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8" name="Espace réservé d’image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659235" y="4263232"/>
            <a:ext cx="1689100" cy="1397000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3" name="Espace réservé du texte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6168473" cy="758824"/>
          </a:xfrm>
        </p:spPr>
        <p:txBody>
          <a:bodyPr rtlCol="0"/>
          <a:lstStyle/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Triangle isocè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9" name="Triangle isocè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4" name="Triangle isocè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5" name="Espace réservé d’image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133588" y="561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6" name="Espace réservé d’image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21034" y="2847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7" name="Espace réservé d’image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33588" y="5133678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texte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8" name="Espace réservé du texte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19" name="Espace réservé du texte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20" name="Espace réservé d’image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66711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5" name="Espace réservé d’image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08135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6" name="Espace réservé d’image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4955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’image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35088" y="2999731"/>
            <a:ext cx="1405742" cy="1162644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 rtlCol="0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48" name="Espace réservé d’image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Espace réservé du texte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27571" y="1437538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4" name="Espace réservé d’image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227571" y="27156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5" name="Espace réservé d’image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27571" y="4043892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6" name="Espace réservé d’image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27571" y="5368250"/>
            <a:ext cx="1147325" cy="811033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473" y="1713955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9" name="Espace réservé du texte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5" name="Espace réservé du texte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9" name="Espace réservé du texte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50" name="Espace réservé du texte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rtlCol="0"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51" name="Espace réservé d’image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5473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2" name="Espace réservé d’image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15151" y="4253638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3" name="Espace réservé d’image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415151" y="1713954"/>
            <a:ext cx="1805204" cy="14666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420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8" name="Espace réservé d’image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2045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9" name="Espace réservé d’image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56669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0" name="Espace réservé d’image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01294" y="1761485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1" name="Espace réservé du texte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3" name="Espace réservé du texte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7" name="Espace réservé du texte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4" name="Espace réservé du texte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7" name="Rectangle 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fr-FR" noProof="0"/>
              <a:t>Cliquez pour modifier le style du titre du masque</a:t>
            </a:r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ce réservé d’image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420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8" name="Espace réservé d’image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2045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9" name="Espace réservé d’image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56669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0" name="Espace réservé d’image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301294" y="1522949"/>
            <a:ext cx="2494721" cy="2226366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1" name="Espace réservé du texte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3" name="Espace réservé du texte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7" name="Espace réservé du texte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38" name="Espace réservé du texte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0" name="Espace réservé du texte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1" name="Espace réservé du texte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2" name="Espace réservé du texte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  <p:sp>
        <p:nvSpPr>
          <p:cNvPr id="44" name="Espace réservé du texte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Ajoutez votre texte ici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900613" y="1233488"/>
            <a:ext cx="699135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1450975"/>
            <a:ext cx="4065588" cy="4552950"/>
          </a:xfrm>
        </p:spPr>
        <p:txBody>
          <a:bodyPr rtlCol="0">
            <a:norm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1475" y="1233488"/>
            <a:ext cx="115204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71475" y="1233488"/>
            <a:ext cx="7450621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40675" y="1233488"/>
            <a:ext cx="3951288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81415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7" name="Espace réservé de graphique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379473" y="1233488"/>
            <a:ext cx="5512490" cy="4967287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17" name="Espace réservé du numéro de diapositive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e graphique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10622" y="1362696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9" name="Espace réservé de graphique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00682" y="3781218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10" name="Espace réservé de graphique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208643" y="1367561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11" name="Espace réservé de graphique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 hasCustomPrompt="1"/>
          </p:nvPr>
        </p:nvSpPr>
        <p:spPr>
          <a:xfrm>
            <a:off x="6198703" y="3786083"/>
            <a:ext cx="5552246" cy="229489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l’icône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rtlCol="0"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fr-FR" noProof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u numéro de diapositive 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03DC2DEF-D2FE-4B45-ABA4-9F153FD1C98A}" type="slidenum">
              <a:rPr lang="fr-FR" noProof="0" smtClean="0"/>
              <a:pPr rtl="0"/>
              <a:t>‹Nr.›</a:t>
            </a:fld>
            <a:endParaRPr lang="fr-FR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piqsels.com/de/search?q=bin%C3%A4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3.png"/><Relationship Id="rId7" Type="http://schemas.openxmlformats.org/officeDocument/2006/relationships/slide" Target="slide8.xml"/><Relationship Id="rId12" Type="http://schemas.openxmlformats.org/officeDocument/2006/relationships/image" Target="../media/image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6.png"/><Relationship Id="rId11" Type="http://schemas.openxmlformats.org/officeDocument/2006/relationships/slide" Target="slide4.xml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slide" Target="slide4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0.png"/><Relationship Id="rId11" Type="http://schemas.openxmlformats.org/officeDocument/2006/relationships/image" Target="../media/image60.png"/><Relationship Id="rId5" Type="http://schemas.openxmlformats.org/officeDocument/2006/relationships/image" Target="../media/image5.png"/><Relationship Id="rId15" Type="http://schemas.openxmlformats.org/officeDocument/2006/relationships/image" Target="../media/image110.png"/><Relationship Id="rId10" Type="http://schemas.openxmlformats.org/officeDocument/2006/relationships/slide" Target="slide8.xml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slide" Target="slide4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0.png"/><Relationship Id="rId11" Type="http://schemas.openxmlformats.org/officeDocument/2006/relationships/image" Target="../media/image60.png"/><Relationship Id="rId5" Type="http://schemas.openxmlformats.org/officeDocument/2006/relationships/image" Target="../media/image5.png"/><Relationship Id="rId15" Type="http://schemas.openxmlformats.org/officeDocument/2006/relationships/image" Target="../media/image110.png"/><Relationship Id="rId10" Type="http://schemas.openxmlformats.org/officeDocument/2006/relationships/slide" Target="slide8.xml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4" Type="http://schemas.openxmlformats.org/officeDocument/2006/relationships/slide" Target="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7.jpeg"/><Relationship Id="rId4" Type="http://schemas.openxmlformats.org/officeDocument/2006/relationships/hyperlink" Target="https://www.process.vogel.de/blockchain-als-schluesseltechnologie-in-der-pharmaindustrie-a-70268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8.png"/><Relationship Id="rId4" Type="http://schemas.openxmlformats.org/officeDocument/2006/relationships/hyperlink" Target="https://www.process.vogel.de/blockchain-als-schluesseltechnologie-in-der-pharmaindustrie-a-702680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file:///C:\Users\angel\AppData\Local\Programs\Microsoft%20VS%20Code\Code.exe" TargetMode="External"/><Relationship Id="rId7" Type="http://schemas.openxmlformats.org/officeDocument/2006/relationships/hyperlink" Target="file:///C:\Users\angel\AppData\Local\MongoDBCompass\MongoDBCompass.ex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hyperlink" Target="file:///C:\Users\angel\AppData\Local\Postman\Postman.exe" TargetMode="External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hyperlink" Target="file:///C:\Program%20Files\Docker\Docker\Docker%20Desktop.exe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igitalocean.com/community/tutorials/how-to-use-the-mongodb-she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’image 5">
            <a:extLst>
              <a:ext uri="{FF2B5EF4-FFF2-40B4-BE49-F238E27FC236}">
                <a16:creationId xmlns:a16="http://schemas.microsoft.com/office/drawing/2014/main" id="{251CEBEB-5088-4E63-81A4-0DCEB5B45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5016500" y="738188"/>
            <a:ext cx="7175500" cy="5381625"/>
          </a:xfrm>
          <a:noFill/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rtlCol="0" anchor="b">
            <a:normAutofit/>
          </a:bodyPr>
          <a:lstStyle/>
          <a:p>
            <a:r>
              <a:rPr lang="de-CH" err="1"/>
              <a:t>Document</a:t>
            </a:r>
            <a:r>
              <a:rPr lang="de-CH"/>
              <a:t>-Datenbanken</a:t>
            </a:r>
            <a:endParaRPr lang="fr-FR" sz="500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fr-FR"/>
              <a:t>Angelo Luciano</a:t>
            </a:r>
          </a:p>
          <a:p>
            <a:pPr rtl="0"/>
            <a:r>
              <a:rPr lang="fr-FR"/>
              <a:t>Donika Hajdaraj</a:t>
            </a:r>
          </a:p>
          <a:p>
            <a:pPr rtl="0"/>
            <a:r>
              <a:rPr lang="fr-FR"/>
              <a:t>TEKO Olten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rtlCol="0" anchor="b">
            <a:normAutofit/>
          </a:bodyPr>
          <a:lstStyle/>
          <a:p>
            <a:pPr rtl="0"/>
            <a:r>
              <a:rPr lang="fr-FR" err="1"/>
              <a:t>Inhaltsverzeichnis</a:t>
            </a:r>
            <a:endParaRPr lang="fr-FR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 rtlCol="0">
            <a:normAutofit/>
          </a:bodyPr>
          <a:lstStyle/>
          <a:p>
            <a:r>
              <a:rPr lang="de-CH" b="1" dirty="0"/>
              <a:t>Was sind Dokument Datenbanken? </a:t>
            </a:r>
          </a:p>
          <a:p>
            <a:r>
              <a:rPr lang="de-CH" b="1" dirty="0"/>
              <a:t>Vorteile und Nachteile</a:t>
            </a:r>
          </a:p>
          <a:p>
            <a:r>
              <a:rPr lang="de-CH" b="1" dirty="0"/>
              <a:t>Einsatzgebiete/ Beispiele für Datenbanken </a:t>
            </a:r>
          </a:p>
          <a:p>
            <a:r>
              <a:rPr lang="de-CH" b="1" dirty="0"/>
              <a:t>Recherche zu mindestens zwei Produkten </a:t>
            </a:r>
          </a:p>
          <a:p>
            <a:r>
              <a:rPr lang="de-CH" b="1" dirty="0"/>
              <a:t>Demonstration </a:t>
            </a:r>
            <a:endParaRPr lang="de-CH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fr-FR" sz="800"/>
          </a:p>
        </p:txBody>
      </p:sp>
      <p:pic>
        <p:nvPicPr>
          <p:cNvPr id="10" name="Espace réservé d’image 9">
            <a:extLst>
              <a:ext uri="{FF2B5EF4-FFF2-40B4-BE49-F238E27FC236}">
                <a16:creationId xmlns:a16="http://schemas.microsoft.com/office/drawing/2014/main" id="{618DD966-19F0-4350-AC58-AE86C210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tretch/>
        </p:blipFill>
        <p:spPr>
          <a:xfrm>
            <a:off x="1117601" y="2554659"/>
            <a:ext cx="5138058" cy="1901081"/>
          </a:xfrm>
          <a:noFill/>
        </p:spPr>
      </p:pic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88707-2150-6063-A8BC-1E5957CA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BCE9540E-7A98-6269-0C78-86BD1530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CH"/>
              <a:t>Was sind Dokument Datenbanken?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C61C50C-0D79-C32D-DD8F-F22E08E9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3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8284DF7F-74BF-1CDD-083F-D2071D28D2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lvl="0"/>
            <a:r>
              <a:rPr lang="de-CH"/>
              <a:t>Jedes Dokument ist in sich abgeschlossen.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3EB2A777-D80A-3EAF-8C41-1179640DF22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lvl="0"/>
            <a:r>
              <a:rPr lang="de-CH"/>
              <a:t>Keine feste Tabellenstruktur notwendig.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2D6F9FB9-6B58-A7A1-4D80-D282935180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r>
              <a:rPr lang="de-CH"/>
              <a:t>Unterschiedliche Dokumente </a:t>
            </a:r>
            <a:endParaRPr lang="fr-FR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29F07147-598F-C77F-AF6E-1964F809E38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r>
              <a:rPr lang="de-CH"/>
              <a:t>im JSON- oder BSON-Format. </a:t>
            </a:r>
            <a:endParaRPr lang="fr-FR"/>
          </a:p>
        </p:txBody>
      </p:sp>
      <p:pic>
        <p:nvPicPr>
          <p:cNvPr id="31" name="Bildplatzhalter 30">
            <a:extLst>
              <a:ext uri="{FF2B5EF4-FFF2-40B4-BE49-F238E27FC236}">
                <a16:creationId xmlns:a16="http://schemas.microsoft.com/office/drawing/2014/main" id="{5B89F4B9-881A-EBA5-A587-7FECC883D6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9812" r="19812"/>
          <a:stretch>
            <a:fillRect/>
          </a:stretch>
        </p:blipFill>
        <p:spPr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Bildplatzhalter 1">
            <a:extLst>
              <a:ext uri="{FF2B5EF4-FFF2-40B4-BE49-F238E27FC236}">
                <a16:creationId xmlns:a16="http://schemas.microsoft.com/office/drawing/2014/main" id="{4EF8AF42-71F4-098A-F25D-7519460C7672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47140" t="7274" r="3" b="10632"/>
          <a:stretch>
            <a:fillRect/>
          </a:stretch>
        </p:blipFill>
        <p:spPr>
          <a:xfrm>
            <a:off x="3412044" y="1761485"/>
            <a:ext cx="2494721" cy="22263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074FACAF-B852-1BB5-21F1-2EA565664919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l="1449" t="12832" r="60799" b="1449"/>
          <a:stretch>
            <a:fillRect/>
          </a:stretch>
        </p:blipFill>
        <p:spPr>
          <a:xfrm>
            <a:off x="9301163" y="1806575"/>
            <a:ext cx="2495550" cy="222726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Folienzoom 12">
                <a:extLst>
                  <a:ext uri="{FF2B5EF4-FFF2-40B4-BE49-F238E27FC236}">
                    <a16:creationId xmlns:a16="http://schemas.microsoft.com/office/drawing/2014/main" id="{DB8A0BA0-95C2-DE46-CF76-2FF8A82179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10800000" flipH="1" flipV="1">
              <a:off x="10838355" y="2747013"/>
              <a:ext cx="81279" cy="45719"/>
            </p:xfrm>
            <a:graphic>
              <a:graphicData uri="http://schemas.microsoft.com/office/powerpoint/2016/slidezoom">
                <pslz:sldZm>
                  <pslz:sldZmObj sldId="305" cId="3617527260">
                    <pslz:zmPr id="{643BBF55-A588-43B4-ADB9-70AC00B5E475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10800000" flipH="1" flipV="1">
                          <a:off x="0" y="0"/>
                          <a:ext cx="81279" cy="457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Folienzoom 12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DB8A0BA0-95C2-DE46-CF76-2FF8A82179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0800000" flipH="1" flipV="1">
                <a:off x="10838355" y="2747013"/>
                <a:ext cx="81279" cy="457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29" name="Bildplatzhalter 28">
            <a:extLst>
              <a:ext uri="{FF2B5EF4-FFF2-40B4-BE49-F238E27FC236}">
                <a16:creationId xmlns:a16="http://schemas.microsoft.com/office/drawing/2014/main" id="{09A0815D-1DEE-DD02-F3C6-B9714F11B71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9"/>
          <a:srcRect l="6689" r="6689"/>
          <a:stretch>
            <a:fillRect/>
          </a:stretch>
        </p:blipFill>
        <p:spPr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Folienzoom 4">
                <a:extLst>
                  <a:ext uri="{FF2B5EF4-FFF2-40B4-BE49-F238E27FC236}">
                    <a16:creationId xmlns:a16="http://schemas.microsoft.com/office/drawing/2014/main" id="{011FCB61-186E-A5D3-6F19-5E3A359D90C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2375363"/>
                  </p:ext>
                </p:extLst>
              </p:nvPr>
            </p:nvGraphicFramePr>
            <p:xfrm flipH="1">
              <a:off x="1882835" y="2829729"/>
              <a:ext cx="120529" cy="67798"/>
            </p:xfrm>
            <a:graphic>
              <a:graphicData uri="http://schemas.microsoft.com/office/powerpoint/2016/slidezoom">
                <pslz:sldZm>
                  <pslz:sldZmObj sldId="303" cId="741238884">
                    <pslz:zmPr id="{93ACEBFC-4A05-4E1C-9FE4-766592E42528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flipH="1">
                          <a:off x="0" y="0"/>
                          <a:ext cx="120529" cy="6779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Folienzoom 4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011FCB61-186E-A5D3-6F19-5E3A359D90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1882835" y="2829729"/>
                <a:ext cx="120529" cy="6779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441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F8A1-7543-C1AE-1B79-00CE20C0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8ED3D454-A3F8-6AFD-67D8-8699A46A5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CH"/>
              <a:t>Was sind Dokument Datenbanken?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4437908-628D-A648-63D8-56EF4DCA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4</a:t>
            </a:fld>
            <a:endParaRPr lang="fr-FR"/>
          </a:p>
        </p:txBody>
      </p:sp>
      <p:pic>
        <p:nvPicPr>
          <p:cNvPr id="1026" name="Picture 2" descr="MongoDB Data Types &amp; Field-Value Pairs | Studio 3T">
            <a:extLst>
              <a:ext uri="{FF2B5EF4-FFF2-40B4-BE49-F238E27FC236}">
                <a16:creationId xmlns:a16="http://schemas.microsoft.com/office/drawing/2014/main" id="{98B85073-C89C-0858-2DBC-1EEFBE815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1019175"/>
            <a:ext cx="8618270" cy="4640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23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F481E-9D86-C550-4544-F88F6937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C4F76ABC-B1EE-14ED-EDF8-2252DA28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CH"/>
              <a:t>Was sind Dokument Datenbanken?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A28350E-CFE5-404C-F253-0E292964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5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6B1F224A-A8C4-0AEE-2C21-E91376D027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lvl="0"/>
            <a:r>
              <a:rPr lang="de-CH"/>
              <a:t>Jedes Dokument ist in sich abgeschlossen.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26D7027F-84A6-C5AA-F318-1C7834A910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lvl="0"/>
            <a:r>
              <a:rPr lang="de-CH"/>
              <a:t>Keine feste Tabellenstruktur notwendig.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19C89F6F-587F-3855-82E8-6EF2C5E6A6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r>
              <a:rPr lang="de-CH"/>
              <a:t>Unterschiedliche Dokumente </a:t>
            </a:r>
            <a:endParaRPr lang="fr-FR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233C6432-C519-64B2-2C5D-E0FC85140D9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r>
              <a:rPr lang="de-CH"/>
              <a:t>im JSON- oder BSON-Format. </a:t>
            </a:r>
            <a:endParaRPr lang="fr-FR"/>
          </a:p>
        </p:txBody>
      </p:sp>
      <p:pic>
        <p:nvPicPr>
          <p:cNvPr id="31" name="Bildplatzhalter 30">
            <a:extLst>
              <a:ext uri="{FF2B5EF4-FFF2-40B4-BE49-F238E27FC236}">
                <a16:creationId xmlns:a16="http://schemas.microsoft.com/office/drawing/2014/main" id="{DEABD0E3-41CF-B2A1-61DA-9578C555A7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9812" r="19812"/>
          <a:stretch>
            <a:fillRect/>
          </a:stretch>
        </p:blipFill>
        <p:spPr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Bildplatzhalter 1">
            <a:extLst>
              <a:ext uri="{FF2B5EF4-FFF2-40B4-BE49-F238E27FC236}">
                <a16:creationId xmlns:a16="http://schemas.microsoft.com/office/drawing/2014/main" id="{6C889BE3-C9BD-BA8F-3118-EBF8E487BF81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47140" t="7274" r="3" b="10632"/>
          <a:stretch>
            <a:fillRect/>
          </a:stretch>
        </p:blipFill>
        <p:spPr>
          <a:xfrm>
            <a:off x="3412044" y="1761485"/>
            <a:ext cx="2494721" cy="22263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5DE9E924-8069-4724-3752-1282CEE6EB4C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l="1449" t="12832" r="60799" b="1449"/>
          <a:stretch>
            <a:fillRect/>
          </a:stretch>
        </p:blipFill>
        <p:spPr>
          <a:xfrm>
            <a:off x="9301163" y="1806575"/>
            <a:ext cx="2495550" cy="222726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Folienzoom 8">
                <a:extLst>
                  <a:ext uri="{FF2B5EF4-FFF2-40B4-BE49-F238E27FC236}">
                    <a16:creationId xmlns:a16="http://schemas.microsoft.com/office/drawing/2014/main" id="{BBE3F31C-C794-BC78-1656-0232DA602DA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22751" y="2874668"/>
              <a:ext cx="81278" cy="45719"/>
            </p:xfrm>
            <a:graphic>
              <a:graphicData uri="http://schemas.microsoft.com/office/powerpoint/2016/slidezoom">
                <pslz:sldZm>
                  <pslz:sldZmObj sldId="303" cId="741238884">
                    <pslz:zmPr id="{3613C110-B22A-45D6-80C9-E9A3D41A5B92}" returnToParent="0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1278" cy="45719"/>
                        </a:xfrm>
                        <a:prstGeom prst="rect">
                          <a:avLst/>
                        </a:prstGeom>
                        <a:solidFill>
                          <a:srgbClr val="4276AA"/>
                        </a:solidFill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Folienzoom 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BBE3F31C-C794-BC78-1656-0232DA602D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22751" y="2874668"/>
                <a:ext cx="81278" cy="45719"/>
              </a:xfrm>
              <a:prstGeom prst="rect">
                <a:avLst/>
              </a:prstGeom>
              <a:solidFill>
                <a:srgbClr val="4276AA"/>
              </a:solidFill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Folienzoom 12">
                <a:extLst>
                  <a:ext uri="{FF2B5EF4-FFF2-40B4-BE49-F238E27FC236}">
                    <a16:creationId xmlns:a16="http://schemas.microsoft.com/office/drawing/2014/main" id="{D8148B8E-0944-0FD2-69B1-B7967BA85D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30706509"/>
                  </p:ext>
                </p:extLst>
              </p:nvPr>
            </p:nvGraphicFramePr>
            <p:xfrm flipH="1" flipV="1">
              <a:off x="10838355" y="2747013"/>
              <a:ext cx="81279" cy="45719"/>
            </p:xfrm>
            <a:graphic>
              <a:graphicData uri="http://schemas.microsoft.com/office/powerpoint/2016/slidezoom">
                <pslz:sldZm>
                  <pslz:sldZmObj sldId="305" cId="3617527260">
                    <pslz:zmPr id="{643BBF55-A588-43B4-ADB9-70AC00B5E475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flipH="1" flipV="1">
                          <a:off x="0" y="0"/>
                          <a:ext cx="81279" cy="457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Folienzoom 12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D8148B8E-0944-0FD2-69B1-B7967BA85D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flipH="1" flipV="1">
                <a:off x="10838355" y="2747013"/>
                <a:ext cx="81279" cy="457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29" name="Bildplatzhalter 28">
            <a:extLst>
              <a:ext uri="{FF2B5EF4-FFF2-40B4-BE49-F238E27FC236}">
                <a16:creationId xmlns:a16="http://schemas.microsoft.com/office/drawing/2014/main" id="{29F73E9A-7BE5-1CA5-27E6-94D2B770819A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12"/>
          <a:srcRect l="6689" r="6689"/>
          <a:stretch>
            <a:fillRect/>
          </a:stretch>
        </p:blipFill>
        <p:spPr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3" name="Folienzoom 32">
                <a:extLst>
                  <a:ext uri="{FF2B5EF4-FFF2-40B4-BE49-F238E27FC236}">
                    <a16:creationId xmlns:a16="http://schemas.microsoft.com/office/drawing/2014/main" id="{046DE32D-6844-3D2F-AB05-7F357C02DB9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54502020"/>
                  </p:ext>
                </p:extLst>
              </p:nvPr>
            </p:nvGraphicFramePr>
            <p:xfrm>
              <a:off x="8013010" y="2701294"/>
              <a:ext cx="81278" cy="45719"/>
            </p:xfrm>
            <a:graphic>
              <a:graphicData uri="http://schemas.microsoft.com/office/powerpoint/2016/slidezoom">
                <pslz:sldZm>
                  <pslz:sldZmObj sldId="307" cId="2722497978">
                    <pslz:zmPr id="{7C5082D5-3C8E-4DC5-9E31-CCE860ED810A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1278" cy="457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3" name="Folienzoom 32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046DE32D-6844-3D2F-AB05-7F357C02DB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13010" y="2701294"/>
                <a:ext cx="81278" cy="457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423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8124-D18C-CF21-A73F-94690F0C9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81AA31EE-AACA-B630-D1DF-8BBB66AE9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CH"/>
              <a:t>Was sind Dokument Datenbanken?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E651D4B-7F19-6173-58D7-574A8679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6</a:t>
            </a:fld>
            <a:endParaRPr lang="fr-FR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1D7271D-E068-86D8-A482-6510C3E14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60" y="1076325"/>
            <a:ext cx="5573077" cy="430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9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3890-036B-78B6-C2BB-324B6213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C1EACCAF-37FB-BDF2-CCFA-08844D840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CH"/>
              <a:t>Was sind Dokument Datenbanken?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90866E2-2F41-BB75-857C-9278DE98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7</a:t>
            </a:fld>
            <a:endParaRPr lang="fr-FR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8D64D3D-96C1-1E5F-F2EB-74C7D74E61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lvl="0"/>
            <a:r>
              <a:rPr lang="de-CH"/>
              <a:t>Jedes Dokument ist in sich abgeschlossen.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62CFE1AF-6295-49A9-0001-72983DD5E9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lvl="0"/>
            <a:r>
              <a:rPr lang="de-CH"/>
              <a:t>Keine feste Tabellenstruktur notwendig.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D31F6965-0775-D0CB-7EE9-3C73D02403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r>
              <a:rPr lang="de-CH"/>
              <a:t>Unterschiedliche Dokumente </a:t>
            </a:r>
            <a:endParaRPr lang="fr-FR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DBD2905C-D485-6F3A-58D9-73184E012D9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r>
              <a:rPr lang="de-CH"/>
              <a:t>im JSON- oder BSON-Format. </a:t>
            </a:r>
            <a:endParaRPr lang="fr-FR"/>
          </a:p>
        </p:txBody>
      </p:sp>
      <p:pic>
        <p:nvPicPr>
          <p:cNvPr id="31" name="Bildplatzhalter 30">
            <a:extLst>
              <a:ext uri="{FF2B5EF4-FFF2-40B4-BE49-F238E27FC236}">
                <a16:creationId xmlns:a16="http://schemas.microsoft.com/office/drawing/2014/main" id="{53736399-5EE6-5806-F159-81DFF7B4F1D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9812" r="19812"/>
          <a:stretch>
            <a:fillRect/>
          </a:stretch>
        </p:blipFill>
        <p:spPr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" name="Bildplatzhalter 1">
            <a:extLst>
              <a:ext uri="{FF2B5EF4-FFF2-40B4-BE49-F238E27FC236}">
                <a16:creationId xmlns:a16="http://schemas.microsoft.com/office/drawing/2014/main" id="{30D0465F-F138-71AF-7931-3F7A8BBA6088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47140" t="7274" r="3" b="10632"/>
          <a:stretch>
            <a:fillRect/>
          </a:stretch>
        </p:blipFill>
        <p:spPr>
          <a:xfrm>
            <a:off x="3412044" y="1761485"/>
            <a:ext cx="2494721" cy="222636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F3933282-D56D-C330-3D5B-1DC4DF0C5761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l="1449" t="12832" r="60799" b="1449"/>
          <a:stretch>
            <a:fillRect/>
          </a:stretch>
        </p:blipFill>
        <p:spPr>
          <a:xfrm>
            <a:off x="9301163" y="1806575"/>
            <a:ext cx="2495550" cy="222726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Folienzoom 8">
                <a:extLst>
                  <a:ext uri="{FF2B5EF4-FFF2-40B4-BE49-F238E27FC236}">
                    <a16:creationId xmlns:a16="http://schemas.microsoft.com/office/drawing/2014/main" id="{181255A6-ED10-7F9D-122C-3392E58BE8F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22751" y="2874668"/>
              <a:ext cx="81278" cy="45719"/>
            </p:xfrm>
            <a:graphic>
              <a:graphicData uri="http://schemas.microsoft.com/office/powerpoint/2016/slidezoom">
                <pslz:sldZm>
                  <pslz:sldZmObj sldId="303" cId="741238884">
                    <pslz:zmPr id="{3613C110-B22A-45D6-80C9-E9A3D41A5B92}" returnToParent="0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1278" cy="45719"/>
                        </a:xfrm>
                        <a:prstGeom prst="rect">
                          <a:avLst/>
                        </a:prstGeom>
                        <a:solidFill>
                          <a:srgbClr val="4276AA"/>
                        </a:solidFill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Folienzoom 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81255A6-ED10-7F9D-122C-3392E58BE8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22751" y="2874668"/>
                <a:ext cx="81278" cy="45719"/>
              </a:xfrm>
              <a:prstGeom prst="rect">
                <a:avLst/>
              </a:prstGeom>
              <a:solidFill>
                <a:srgbClr val="4276AA"/>
              </a:solidFill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Folienzoom 12">
                <a:extLst>
                  <a:ext uri="{FF2B5EF4-FFF2-40B4-BE49-F238E27FC236}">
                    <a16:creationId xmlns:a16="http://schemas.microsoft.com/office/drawing/2014/main" id="{790E48EC-FC63-1D81-EF33-381606B2692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flipH="1" flipV="1">
              <a:off x="10838355" y="2747013"/>
              <a:ext cx="81279" cy="45719"/>
            </p:xfrm>
            <a:graphic>
              <a:graphicData uri="http://schemas.microsoft.com/office/powerpoint/2016/slidezoom">
                <pslz:sldZm>
                  <pslz:sldZmObj sldId="305" cId="3617527260">
                    <pslz:zmPr id="{643BBF55-A588-43B4-ADB9-70AC00B5E475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flipH="1" flipV="1">
                          <a:off x="0" y="0"/>
                          <a:ext cx="81279" cy="457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Folienzoom 12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790E48EC-FC63-1D81-EF33-381606B2692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flipH="1" flipV="1">
                <a:off x="10838355" y="2747013"/>
                <a:ext cx="81279" cy="457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29" name="Bildplatzhalter 28">
            <a:extLst>
              <a:ext uri="{FF2B5EF4-FFF2-40B4-BE49-F238E27FC236}">
                <a16:creationId xmlns:a16="http://schemas.microsoft.com/office/drawing/2014/main" id="{26FA1166-9010-C6D2-6F54-CC85B5C733E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12"/>
          <a:srcRect l="6689" r="6689"/>
          <a:stretch>
            <a:fillRect/>
          </a:stretch>
        </p:blipFill>
        <p:spPr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3" name="Folienzoom 32">
                <a:extLst>
                  <a:ext uri="{FF2B5EF4-FFF2-40B4-BE49-F238E27FC236}">
                    <a16:creationId xmlns:a16="http://schemas.microsoft.com/office/drawing/2014/main" id="{56E97ECF-7A59-E4D2-8E03-30EBD07694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13010" y="2701294"/>
              <a:ext cx="81278" cy="45719"/>
            </p:xfrm>
            <a:graphic>
              <a:graphicData uri="http://schemas.microsoft.com/office/powerpoint/2016/slidezoom">
                <pslz:sldZm>
                  <pslz:sldZmObj sldId="307" cId="2722497978">
                    <pslz:zmPr id="{7C5082D5-3C8E-4DC5-9E31-CCE860ED810A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1278" cy="457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3" name="Folienzoom 32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56E97ECF-7A59-E4D2-8E03-30EBD07694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13010" y="2701294"/>
                <a:ext cx="81278" cy="457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89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7FA7-FA14-8718-92AC-9B96472A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1">
            <a:extLst>
              <a:ext uri="{FF2B5EF4-FFF2-40B4-BE49-F238E27FC236}">
                <a16:creationId xmlns:a16="http://schemas.microsoft.com/office/drawing/2014/main" id="{92E94C29-7C22-D566-9853-BECB560B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e-CH"/>
              <a:t>JSON vs. BSON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E5C2045-B4A3-05CF-D00B-3D8CEDE4A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8</a:t>
            </a:fld>
            <a:endParaRPr lang="fr-FR"/>
          </a:p>
        </p:txBody>
      </p:sp>
      <p:pic>
        <p:nvPicPr>
          <p:cNvPr id="5" name="Bildplatzhalter 4">
            <a:extLst>
              <a:ext uri="{FF2B5EF4-FFF2-40B4-BE49-F238E27FC236}">
                <a16:creationId xmlns:a16="http://schemas.microsoft.com/office/drawing/2014/main" id="{191944E3-5CA2-5A74-8D22-711B6DA8FC73}"/>
              </a:ext>
            </a:extLst>
          </p:cNvPr>
          <p:cNvPicPr>
            <a:picLocks noGrp="1" noChangeAspect="1"/>
          </p:cNvPicPr>
          <p:nvPr>
            <p:ph type="chart" sz="quarter" idx="13"/>
          </p:nvPr>
        </p:nvPicPr>
        <p:blipFill>
          <a:blip r:embed="rId3"/>
          <a:srcRect/>
          <a:stretch/>
        </p:blipFill>
        <p:spPr>
          <a:xfrm>
            <a:off x="371475" y="2011377"/>
            <a:ext cx="5513388" cy="3253642"/>
          </a:xfrm>
          <a:prstGeom prst="rect">
            <a:avLst/>
          </a:prstGeom>
        </p:spPr>
      </p:pic>
      <p:pic>
        <p:nvPicPr>
          <p:cNvPr id="14" name="Diagrammplatzhalter 13">
            <a:extLst>
              <a:ext uri="{FF2B5EF4-FFF2-40B4-BE49-F238E27FC236}">
                <a16:creationId xmlns:a16="http://schemas.microsoft.com/office/drawing/2014/main" id="{755DDB2D-200B-DCBD-9030-3A32A9C5A701}"/>
              </a:ext>
            </a:extLst>
          </p:cNvPr>
          <p:cNvPicPr>
            <a:picLocks noGrp="1" noChangeAspect="1"/>
          </p:cNvPicPr>
          <p:nvPr>
            <p:ph type="chart" sz="quarter" idx="14"/>
          </p:nvPr>
        </p:nvPicPr>
        <p:blipFill>
          <a:blip r:embed="rId4"/>
          <a:stretch>
            <a:fillRect/>
          </a:stretch>
        </p:blipFill>
        <p:spPr>
          <a:xfrm>
            <a:off x="6380162" y="2467022"/>
            <a:ext cx="5511800" cy="234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2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DDEFEE32-07A2-6579-1E11-413F1D04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 und Kontra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D138EE-9DA3-DACE-40D8-22470604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03DC2DEF-D2FE-4B45-ABA4-9F153FD1C98A}" type="slidenum">
              <a:rPr lang="fr-FR" noProof="0" smtClean="0"/>
              <a:t>9</a:t>
            </a:fld>
            <a:endParaRPr lang="fr-FR" noProof="0"/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C21EEB9-E0BC-ED6D-1B83-A9E6FFB2C8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b="1" dirty="0"/>
              <a:t>Einfache Datenintegration:</a:t>
            </a:r>
            <a:r>
              <a:rPr lang="de-DE" dirty="0"/>
              <a:t> Neue Informationen können leicht in einzelne Dokumente integriert werden ohne Migrationen.</a:t>
            </a:r>
          </a:p>
          <a:p>
            <a:r>
              <a:rPr lang="de-CH" b="1" dirty="0"/>
              <a:t>Performance:</a:t>
            </a:r>
            <a:r>
              <a:rPr lang="de-CH" dirty="0"/>
              <a:t> Schnelle Lese-/Schreibzugriffe. Daten als einziges Dokument gespeichert, nicht über viel Tabellen.</a:t>
            </a:r>
          </a:p>
          <a:p>
            <a:r>
              <a:rPr lang="de-CH" b="1" dirty="0"/>
              <a:t>Flexibilität:</a:t>
            </a:r>
            <a:r>
              <a:rPr lang="de-CH" dirty="0"/>
              <a:t> Kein starres Schema.</a:t>
            </a:r>
          </a:p>
          <a:p>
            <a:r>
              <a:rPr lang="de-DE" b="1" dirty="0"/>
              <a:t>Skalierbarkeit:</a:t>
            </a:r>
            <a:r>
              <a:rPr lang="de-DE" dirty="0"/>
              <a:t> Einfache horizontales </a:t>
            </a:r>
            <a:r>
              <a:rPr lang="de-DE" dirty="0" err="1"/>
              <a:t>Sharding</a:t>
            </a:r>
            <a:r>
              <a:rPr lang="de-DE" dirty="0"/>
              <a:t> (Skalierung) für Big Data.</a:t>
            </a:r>
          </a:p>
          <a:p>
            <a:r>
              <a:rPr lang="de-DE" b="1" dirty="0"/>
              <a:t>Umgang mit unstrukturierten Daten:</a:t>
            </a:r>
            <a:r>
              <a:rPr lang="de-DE" dirty="0"/>
              <a:t> Perfekt für diverse Datentypen und </a:t>
            </a:r>
            <a:r>
              <a:rPr lang="de-DE" dirty="0" err="1"/>
              <a:t>grosse</a:t>
            </a:r>
            <a:r>
              <a:rPr lang="de-DE" dirty="0"/>
              <a:t> Mengen an unstrukturierten oder semi-strukturierten Daten</a:t>
            </a:r>
          </a:p>
          <a:p>
            <a:r>
              <a:rPr lang="de-CH" b="1" dirty="0"/>
              <a:t>Unterstützung mehrere Tools: </a:t>
            </a:r>
            <a:r>
              <a:rPr lang="de-CH" dirty="0"/>
              <a:t>Viele moderne Frameworks und Programmiersprachen (Node.js, Python, Java etc.) bieten native Treiber und ORMs/ODMs. 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A1CEF4C7-A266-A29C-C8E6-E37B4F9A0E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r>
              <a:rPr lang="de-DE" b="1" dirty="0"/>
              <a:t>Komplexe Beziehungen:</a:t>
            </a:r>
            <a:r>
              <a:rPr lang="de-DE" dirty="0"/>
              <a:t> Das Abbilden von Beziehungen (</a:t>
            </a:r>
            <a:r>
              <a:rPr lang="de-DE" dirty="0" err="1"/>
              <a:t>Joins</a:t>
            </a:r>
            <a:r>
              <a:rPr lang="de-DE" dirty="0"/>
              <a:t>) zwischen Dokumenten ist schwierig und kann die Performance beeinträchtigen.</a:t>
            </a:r>
          </a:p>
          <a:p>
            <a:r>
              <a:rPr lang="de-DE" b="1" dirty="0"/>
              <a:t>Transaktionskonsistenz:</a:t>
            </a:r>
            <a:r>
              <a:rPr lang="de-DE" dirty="0"/>
              <a:t> Starke Transaktionsgarantien (ACID) können komplexer oder langsamer sein als bei relationalen DBs, obwohl sich dies verbessert.</a:t>
            </a:r>
          </a:p>
          <a:p>
            <a:r>
              <a:rPr lang="de-DE" b="1" dirty="0"/>
              <a:t>Datenredundanz:</a:t>
            </a:r>
            <a:r>
              <a:rPr lang="de-DE" dirty="0"/>
              <a:t> Daten können wiederholt gespeichert werden, was bei Änderungen zu Inkonsistenzen führen kann, wenn nicht richtig gehandhabt.</a:t>
            </a:r>
          </a:p>
          <a:p>
            <a:r>
              <a:rPr lang="de-DE" b="1" dirty="0"/>
              <a:t>Lernkurve:</a:t>
            </a:r>
            <a:r>
              <a:rPr lang="de-DE" dirty="0"/>
              <a:t> Für komplexe Abfragen und die Datenmodellierung sind oft spezielle Kenntnisse nötig. </a:t>
            </a:r>
          </a:p>
          <a:p>
            <a:endParaRPr lang="de-CH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85DC7148-5F69-D7A3-D95B-3015818056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4987" y="5355267"/>
            <a:ext cx="5245100" cy="711200"/>
          </a:xfrm>
        </p:spPr>
        <p:txBody>
          <a:bodyPr/>
          <a:lstStyle/>
          <a:p>
            <a:r>
              <a:rPr lang="de-CH"/>
              <a:t>Vorteile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638D40CF-7BED-EC03-3195-629A9A6EC3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CH" dirty="0"/>
              <a:t>Nachteile</a:t>
            </a:r>
          </a:p>
        </p:txBody>
      </p:sp>
    </p:spTree>
    <p:extLst>
      <p:ext uri="{BB962C8B-B14F-4D97-AF65-F5344CB8AC3E}">
        <p14:creationId xmlns:p14="http://schemas.microsoft.com/office/powerpoint/2010/main" val="107286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2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7" y="269775"/>
            <a:ext cx="10906674" cy="755649"/>
          </a:xfrm>
        </p:spPr>
        <p:txBody>
          <a:bodyPr rtlCol="0">
            <a:normAutofit/>
          </a:bodyPr>
          <a:lstStyle/>
          <a:p>
            <a:r>
              <a:rPr lang="de-CH"/>
              <a:t>Einsatzgebiete/ Beispiele für </a:t>
            </a:r>
            <a:r>
              <a:rPr lang="de-CH" err="1"/>
              <a:t>Document</a:t>
            </a:r>
            <a:r>
              <a:rPr lang="de-CH"/>
              <a:t>-Datenbanken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3DC2DEF-D2FE-4B45-ABA4-9F153FD1C98A}" type="slidenum">
              <a:rPr lang="fr-FR" smtClean="0"/>
              <a:t>10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41C871-580D-4A29-A334-0208A8E47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rtlCol="0"/>
          <a:lstStyle/>
          <a:p>
            <a:r>
              <a:rPr lang="de-CH"/>
              <a:t>Beispiele für </a:t>
            </a:r>
            <a:r>
              <a:rPr lang="de-CH" err="1"/>
              <a:t>Document</a:t>
            </a:r>
            <a:r>
              <a:rPr lang="de-CH"/>
              <a:t>-Datenbanken: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097C6D9-3930-4866-9E88-F1764888004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rtlCol="0">
            <a:normAutofit/>
          </a:bodyPr>
          <a:lstStyle/>
          <a:p>
            <a:pPr lvl="0"/>
            <a:r>
              <a:rPr lang="de-CH"/>
              <a:t>MongoDB</a:t>
            </a:r>
          </a:p>
          <a:p>
            <a:pPr lvl="0"/>
            <a:r>
              <a:rPr lang="de-CH" err="1"/>
              <a:t>CouchDB</a:t>
            </a:r>
            <a:endParaRPr lang="de-CH"/>
          </a:p>
          <a:p>
            <a:pPr lvl="0"/>
            <a:r>
              <a:rPr lang="de-CH" err="1"/>
              <a:t>RavenDB</a:t>
            </a:r>
            <a:endParaRPr lang="de-CH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de-CH"/>
              <a:t>Einsatzgebiete: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>
            <a:normAutofit/>
          </a:bodyPr>
          <a:lstStyle/>
          <a:p>
            <a:pPr lvl="0"/>
            <a:r>
              <a:rPr lang="de-CH"/>
              <a:t>Web- und Mobile-Anwendungen</a:t>
            </a:r>
          </a:p>
          <a:p>
            <a:pPr lvl="0"/>
            <a:r>
              <a:rPr lang="de-CH"/>
              <a:t>Content-Management-Systeme</a:t>
            </a:r>
          </a:p>
          <a:p>
            <a:pPr lvl="0"/>
            <a:r>
              <a:rPr lang="de-CH"/>
              <a:t>E-Commerce</a:t>
            </a:r>
          </a:p>
          <a:p>
            <a:pPr lvl="0"/>
            <a:r>
              <a:rPr lang="de-CH"/>
              <a:t>Benutzerprofile</a:t>
            </a:r>
          </a:p>
          <a:p>
            <a:pPr lvl="0"/>
            <a:r>
              <a:rPr lang="de-CH"/>
              <a:t>IoT- und Event-Daten</a:t>
            </a:r>
          </a:p>
        </p:txBody>
      </p:sp>
      <p:pic>
        <p:nvPicPr>
          <p:cNvPr id="17" name="Espace réservé d’image 16">
            <a:extLst>
              <a:ext uri="{FF2B5EF4-FFF2-40B4-BE49-F238E27FC236}">
                <a16:creationId xmlns:a16="http://schemas.microsoft.com/office/drawing/2014/main" id="{38B0024B-0AD8-4DDB-8486-A9BD3A8E9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371476" y="1593851"/>
            <a:ext cx="5582064" cy="1929569"/>
          </a:xfrm>
        </p:spPr>
      </p:pic>
      <p:pic>
        <p:nvPicPr>
          <p:cNvPr id="19" name="Espace réservé d’image 18">
            <a:extLst>
              <a:ext uri="{FF2B5EF4-FFF2-40B4-BE49-F238E27FC236}">
                <a16:creationId xmlns:a16="http://schemas.microsoft.com/office/drawing/2014/main" id="{18D1195C-D9D4-4994-BAD9-68AA2C2BD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rtlCol="0" anchor="b">
            <a:normAutofit/>
          </a:bodyPr>
          <a:lstStyle/>
          <a:p>
            <a:r>
              <a:rPr lang="de-CH"/>
              <a:t>MongoDB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fr-FR" sz="80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 rtlCol="0">
            <a:normAutofit/>
          </a:bodyPr>
          <a:lstStyle/>
          <a:p>
            <a:r>
              <a:rPr lang="de-CH" dirty="0"/>
              <a:t>MongoDB bietet leistungsfähige Abfragefunktionen, Indizierung, Replikation und </a:t>
            </a:r>
            <a:r>
              <a:rPr lang="de-CH" dirty="0" err="1"/>
              <a:t>Sharding</a:t>
            </a:r>
            <a:r>
              <a:rPr lang="de-CH" dirty="0"/>
              <a:t>.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rtlCol="0">
            <a:normAutofit/>
          </a:bodyPr>
          <a:lstStyle/>
          <a:p>
            <a:r>
              <a:rPr lang="de-CH"/>
              <a:t>MongoDB ist eine weit verbreitete Open-Source Dokument-Datenbank, die Daten im BSON-Format speichert. Sie ist schemaflexibel, horizontal skalierbar und wird häufig in Web- und Cloud-Anwendungen eingesetzt</a:t>
            </a:r>
            <a:endParaRPr lang="fr-FR"/>
          </a:p>
        </p:txBody>
      </p:sp>
      <p:pic>
        <p:nvPicPr>
          <p:cNvPr id="11" name="Espace réservé d’image 12">
            <a:extLst>
              <a:ext uri="{FF2B5EF4-FFF2-40B4-BE49-F238E27FC236}">
                <a16:creationId xmlns:a16="http://schemas.microsoft.com/office/drawing/2014/main" id="{D38CA64A-11C5-4BD7-8A2D-E6D58794D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363" r="2" b="13447"/>
          <a:stretch>
            <a:fillRect/>
          </a:stretch>
        </p:blipFill>
        <p:spPr>
          <a:xfrm>
            <a:off x="4908415" y="-4277"/>
            <a:ext cx="7283585" cy="6204974"/>
          </a:xfrm>
          <a:noFill/>
        </p:spPr>
      </p:pic>
      <p:pic>
        <p:nvPicPr>
          <p:cNvPr id="8" name="Grafik 7" descr="MongoDB - All Things Open 2024">
            <a:extLst>
              <a:ext uri="{FF2B5EF4-FFF2-40B4-BE49-F238E27FC236}">
                <a16:creationId xmlns:a16="http://schemas.microsoft.com/office/drawing/2014/main" id="{11D1FF57-5FF9-CC35-19BF-98B67F10CE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723996"/>
            <a:ext cx="2245995" cy="1263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F8590-B331-74E0-8814-8CC7D64A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28257B3-CA60-5E62-2B9E-4E79A752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fr-FR" sz="80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70E7291-DC17-8821-D320-6B1A63B42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098455"/>
            <a:ext cx="3232111" cy="31023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CH" sz="1500" dirty="0"/>
              <a:t> </a:t>
            </a:r>
            <a:r>
              <a:rPr lang="de-CH" dirty="0" err="1"/>
              <a:t>CouchDB</a:t>
            </a:r>
            <a:r>
              <a:rPr lang="de-CH" dirty="0"/>
              <a:t> eignet sich besonders für Offline‑First‑Anwendungen, Mobile Apps und Systeme, bei denen Daten zwischen mehreren Geräten synchron gehalten werden müssen.</a:t>
            </a:r>
          </a:p>
          <a:p>
            <a:endParaRPr lang="de-CH" dirty="0">
              <a:ea typeface="Calibri Light"/>
              <a:cs typeface="Calibri Light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2795CE1-0DBE-C1CD-9428-062588319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CH" err="1"/>
              <a:t>CouchDB</a:t>
            </a:r>
            <a:r>
              <a:rPr lang="de-CH" dirty="0">
                <a:ea typeface="+mn-lt"/>
                <a:cs typeface="+mn-lt"/>
              </a:rPr>
              <a:t> legt den Fokus auf Datenreplikation und Offline‑</a:t>
            </a:r>
            <a:r>
              <a:rPr lang="de-CH" err="1">
                <a:ea typeface="+mn-lt"/>
                <a:cs typeface="+mn-lt"/>
              </a:rPr>
              <a:t>Fähigkeit.Die</a:t>
            </a:r>
            <a:r>
              <a:rPr lang="de-CH" dirty="0">
                <a:ea typeface="+mn-lt"/>
                <a:cs typeface="+mn-lt"/>
              </a:rPr>
              <a:t> Kommunikation erfolgt ausschliesslich über HTTP/JSON, was die Integration vereinfacht.</a:t>
            </a:r>
            <a:endParaRPr lang="fr-FR" dirty="0"/>
          </a:p>
          <a:p>
            <a:pPr marL="0" indent="0">
              <a:buNone/>
            </a:pPr>
            <a:br>
              <a:rPr lang="en-US" dirty="0"/>
            </a:br>
            <a:endParaRPr lang="en-US" dirty="0">
              <a:ea typeface="Calibri Light"/>
              <a:cs typeface="Calibri Light"/>
            </a:endParaRPr>
          </a:p>
          <a:p>
            <a:endParaRPr lang="de-CH"/>
          </a:p>
          <a:p>
            <a:endParaRPr lang="de-CH" dirty="0">
              <a:ea typeface="Calibri Light"/>
              <a:cs typeface="Calibri Light"/>
            </a:endParaRPr>
          </a:p>
        </p:txBody>
      </p:sp>
      <p:pic>
        <p:nvPicPr>
          <p:cNvPr id="11" name="Espace réservé d’image 12">
            <a:extLst>
              <a:ext uri="{FF2B5EF4-FFF2-40B4-BE49-F238E27FC236}">
                <a16:creationId xmlns:a16="http://schemas.microsoft.com/office/drawing/2014/main" id="{D2EBB68E-FDFD-3059-3E13-45115816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363" r="2" b="13447"/>
          <a:stretch>
            <a:fillRect/>
          </a:stretch>
        </p:blipFill>
        <p:spPr>
          <a:xfrm>
            <a:off x="4908415" y="-4277"/>
            <a:ext cx="7283585" cy="6204974"/>
          </a:xfrm>
          <a:noFill/>
        </p:spPr>
      </p:pic>
      <p:pic>
        <p:nvPicPr>
          <p:cNvPr id="4" name="Grafik 3" descr="Ein Bild, das Grafiken, Schrift, Screenshot, Clipart enthält.&#10;&#10;KI-generierte Inhalte können fehlerhaft sein.">
            <a:extLst>
              <a:ext uri="{FF2B5EF4-FFF2-40B4-BE49-F238E27FC236}">
                <a16:creationId xmlns:a16="http://schemas.microsoft.com/office/drawing/2014/main" id="{D8D30576-706A-8B32-560A-89E5D988FA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3" b="9934"/>
          <a:stretch>
            <a:fillRect/>
          </a:stretch>
        </p:blipFill>
        <p:spPr>
          <a:xfrm>
            <a:off x="373534" y="1415945"/>
            <a:ext cx="1464057" cy="138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8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E1768246-2496-4F97-8FCA-02252116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</p:spPr>
        <p:txBody>
          <a:bodyPr rtlCol="0" anchor="ctr">
            <a:normAutofit/>
          </a:bodyPr>
          <a:lstStyle/>
          <a:p>
            <a:pPr rtl="0"/>
            <a:r>
              <a:rPr lang="fr-FR" err="1"/>
              <a:t>Demo</a:t>
            </a:r>
            <a:endParaRPr lang="fr-FR"/>
          </a:p>
        </p:txBody>
      </p:sp>
      <p:pic>
        <p:nvPicPr>
          <p:cNvPr id="7" name="Inhaltsplatzhalter 6">
            <a:hlinkClick r:id="rId3" action="ppaction://program" highlightClick="1"/>
            <a:extLst>
              <a:ext uri="{FF2B5EF4-FFF2-40B4-BE49-F238E27FC236}">
                <a16:creationId xmlns:a16="http://schemas.microsoft.com/office/drawing/2014/main" id="{20E57F6C-54A7-6F10-0442-600AF121C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/>
          <a:stretch/>
        </p:blipFill>
        <p:spPr>
          <a:xfrm>
            <a:off x="1327203" y="1357788"/>
            <a:ext cx="3511324" cy="4142423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AB17F8-59B5-4C93-9884-D304462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 rtlCol="0" anchor="ctr">
            <a:norm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fld id="{03DC2DEF-D2FE-4B45-ABA4-9F153FD1C98A}" type="slidenum">
              <a:rPr lang="fr-FR" sz="800" smtClean="0"/>
              <a:pPr rtl="0"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fr-FR" sz="800"/>
          </a:p>
        </p:txBody>
      </p:sp>
      <p:pic>
        <p:nvPicPr>
          <p:cNvPr id="15" name="Grafik 14">
            <a:hlinkClick r:id="rId5" action="ppaction://program" highlightClick="1"/>
            <a:extLst>
              <a:ext uri="{FF2B5EF4-FFF2-40B4-BE49-F238E27FC236}">
                <a16:creationId xmlns:a16="http://schemas.microsoft.com/office/drawing/2014/main" id="{61CA9393-A5E7-F024-E73C-59F663701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9794" y="1357788"/>
            <a:ext cx="2482143" cy="2206625"/>
          </a:xfrm>
          <a:prstGeom prst="rect">
            <a:avLst/>
          </a:prstGeom>
        </p:spPr>
      </p:pic>
      <p:pic>
        <p:nvPicPr>
          <p:cNvPr id="16" name="Grafik 15">
            <a:hlinkClick r:id="rId7" action="ppaction://program" highlightClick="1"/>
            <a:extLst>
              <a:ext uri="{FF2B5EF4-FFF2-40B4-BE49-F238E27FC236}">
                <a16:creationId xmlns:a16="http://schemas.microsoft.com/office/drawing/2014/main" id="{2B520FDF-8075-9C1A-5A62-D2D24A98CF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3204" y="2118994"/>
            <a:ext cx="2890838" cy="2890838"/>
          </a:xfrm>
          <a:prstGeom prst="rect">
            <a:avLst/>
          </a:prstGeom>
        </p:spPr>
      </p:pic>
      <p:pic>
        <p:nvPicPr>
          <p:cNvPr id="17" name="Grafik 16">
            <a:hlinkClick r:id="rId9" action="ppaction://program" highlightClick="1"/>
            <a:extLst>
              <a:ext uri="{FF2B5EF4-FFF2-40B4-BE49-F238E27FC236}">
                <a16:creationId xmlns:a16="http://schemas.microsoft.com/office/drawing/2014/main" id="{6D0CF64A-BF0D-C531-C510-065023BE19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9303" y="3666013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6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’image 7">
            <a:extLst>
              <a:ext uri="{FF2B5EF4-FFF2-40B4-BE49-F238E27FC236}">
                <a16:creationId xmlns:a16="http://schemas.microsoft.com/office/drawing/2014/main" id="{2DE860BC-070C-49AE-AF30-7F05D5940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5796" b="15796"/>
          <a:stretch/>
        </p:blipFill>
        <p:spPr>
          <a:xfrm>
            <a:off x="20" y="10"/>
            <a:ext cx="12191980" cy="4448165"/>
          </a:xfrm>
          <a:noFill/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CH"/>
              <a:t>Danke für die Aufmerksamkeit!</a:t>
            </a:r>
            <a:endParaRPr lang="fr-FR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B77C8C6-2FC9-5CA8-137E-520BEB7CF723}"/>
              </a:ext>
            </a:extLst>
          </p:cNvPr>
          <p:cNvSpPr txBox="1"/>
          <p:nvPr/>
        </p:nvSpPr>
        <p:spPr>
          <a:xfrm>
            <a:off x="371475" y="5830888"/>
            <a:ext cx="11520488" cy="550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ts val="1000"/>
              </a:spcBef>
            </a:pPr>
            <a:r>
              <a:rPr lang="en-US" sz="2400" b="1" kern="1200" err="1">
                <a:solidFill>
                  <a:schemeClr val="bg1"/>
                </a:solidFill>
              </a:rPr>
              <a:t>Dürfen</a:t>
            </a:r>
            <a:r>
              <a:rPr lang="en-US" sz="2400" b="1" kern="1200">
                <a:solidFill>
                  <a:schemeClr val="bg1"/>
                </a:solidFill>
              </a:rPr>
              <a:t> </a:t>
            </a:r>
            <a:r>
              <a:rPr lang="en-US" sz="2400" b="1" kern="1200" err="1">
                <a:solidFill>
                  <a:schemeClr val="bg1"/>
                </a:solidFill>
              </a:rPr>
              <a:t>wir</a:t>
            </a:r>
            <a:r>
              <a:rPr lang="en-US" sz="2400" b="1" kern="1200">
                <a:solidFill>
                  <a:schemeClr val="bg1"/>
                </a:solidFill>
              </a:rPr>
              <a:t> Fragen </a:t>
            </a:r>
            <a:r>
              <a:rPr lang="en-US" sz="2400" b="1" err="1">
                <a:solidFill>
                  <a:schemeClr val="bg1"/>
                </a:solidFill>
              </a:rPr>
              <a:t>b</a:t>
            </a:r>
            <a:r>
              <a:rPr lang="en-US" sz="2400" b="1" kern="1200" err="1">
                <a:solidFill>
                  <a:schemeClr val="bg1"/>
                </a:solidFill>
              </a:rPr>
              <a:t>eantworten</a:t>
            </a:r>
            <a:r>
              <a:rPr lang="en-US" sz="2400" b="1" kern="120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3" name="Espace réservé du numéro de diapositive 2" hidden="1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18900" y="6581978"/>
            <a:ext cx="373062" cy="206104"/>
          </a:xfrm>
        </p:spPr>
        <p:txBody>
          <a:bodyPr rtlCol="0"/>
          <a:lstStyle/>
          <a:p>
            <a:pPr rtl="0">
              <a:spcAft>
                <a:spcPts val="600"/>
              </a:spcAft>
            </a:pPr>
            <a:fld id="{03DC2DEF-D2FE-4B45-ABA4-9F153FD1C98A}" type="slidenum">
              <a:rPr lang="fr-FR" smtClean="0"/>
              <a:pPr rtl="0">
                <a:spcAft>
                  <a:spcPts val="600"/>
                </a:spcAft>
              </a:pPr>
              <a:t>14</a:t>
            </a:fld>
            <a:endParaRPr lang="fr-FR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87E2073-2E4F-2A52-7018-1E257D44F16F}"/>
              </a:ext>
            </a:extLst>
          </p:cNvPr>
          <p:cNvSpPr/>
          <p:nvPr/>
        </p:nvSpPr>
        <p:spPr>
          <a:xfrm>
            <a:off x="371475" y="0"/>
            <a:ext cx="285017" cy="4448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0119_TF34126823" id="{1BA66332-570E-41C7-9121-94BD9CA98AED}" vid="{18C98CCA-5AC5-4C8A-A942-2AFB0327D883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Klassische eindrucksvolle Block-Präsentation</Template>
  <TotalTime>0</TotalTime>
  <Words>520</Words>
  <Application>Microsoft Office PowerPoint</Application>
  <PresentationFormat>Breitbild</PresentationFormat>
  <Paragraphs>92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Thème Office</vt:lpstr>
      <vt:lpstr>Document-Datenbanken</vt:lpstr>
      <vt:lpstr>Inhaltsverzeichnis</vt:lpstr>
      <vt:lpstr>Was sind Dokument Datenbanken?</vt:lpstr>
      <vt:lpstr>Was sind Dokument Datenbanken?</vt:lpstr>
      <vt:lpstr>Was sind Dokument Datenbanken?</vt:lpstr>
      <vt:lpstr>Was sind Dokument Datenbanken?</vt:lpstr>
      <vt:lpstr>Was sind Dokument Datenbanken?</vt:lpstr>
      <vt:lpstr>JSON vs. BSON</vt:lpstr>
      <vt:lpstr>Pro und Kontra</vt:lpstr>
      <vt:lpstr>Einsatzgebiete/ Beispiele für Document-Datenbanken</vt:lpstr>
      <vt:lpstr>MongoDB</vt:lpstr>
      <vt:lpstr>PowerPoint-Präsentation</vt:lpstr>
      <vt:lpstr>Demo</vt:lpstr>
      <vt:lpstr>Danke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Hajdaraj Donika;Angelo Luciano</dc:creator>
  <cp:lastModifiedBy>Angelo Luciano</cp:lastModifiedBy>
  <cp:revision>32</cp:revision>
  <cp:lastPrinted>2025-03-21T21:31:16Z</cp:lastPrinted>
  <dcterms:created xsi:type="dcterms:W3CDTF">2025-03-21T13:50:42Z</dcterms:created>
  <dcterms:modified xsi:type="dcterms:W3CDTF">2026-01-20T19:40:22Z</dcterms:modified>
</cp:coreProperties>
</file>